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097500" cy="838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31635" y="786698"/>
            <a:ext cx="64913" cy="16227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1" name="Freeform 1001"/>
          <p:cNvSpPr/>
          <p:nvPr/>
        </p:nvSpPr>
        <p:spPr>
          <a:xfrm>
            <a:off x="2658608" y="949262"/>
            <a:ext cx="689610" cy="97155"/>
          </a:xfrm>
          <a:custGeom>
            <a:avLst/>
            <a:gdLst/>
            <a:ahLst/>
            <a:cxnLst/>
            <a:rect l="l" t="t" r="r" b="b"/>
            <a:pathLst>
              <a:path w="724" h="102">
                <a:moveTo>
                  <a:pt x="25" y="0"/>
                </a:moveTo>
                <a:lnTo>
                  <a:pt x="724" y="0"/>
                </a:lnTo>
                <a:lnTo>
                  <a:pt x="724" y="102"/>
                </a:lnTo>
                <a:lnTo>
                  <a:pt x="25" y="102"/>
                </a:lnTo>
                <a:lnTo>
                  <a:pt x="17" y="93"/>
                </a:lnTo>
                <a:lnTo>
                  <a:pt x="11" y="85"/>
                </a:lnTo>
                <a:lnTo>
                  <a:pt x="6" y="76"/>
                </a:lnTo>
                <a:lnTo>
                  <a:pt x="2" y="68"/>
                </a:lnTo>
                <a:lnTo>
                  <a:pt x="0" y="59"/>
                </a:lnTo>
                <a:lnTo>
                  <a:pt x="0" y="51"/>
                </a:lnTo>
                <a:lnTo>
                  <a:pt x="0" y="42"/>
                </a:lnTo>
                <a:lnTo>
                  <a:pt x="2" y="34"/>
                </a:lnTo>
                <a:lnTo>
                  <a:pt x="6" y="25"/>
                </a:lnTo>
                <a:lnTo>
                  <a:pt x="11" y="17"/>
                </a:lnTo>
                <a:lnTo>
                  <a:pt x="17" y="8"/>
                </a:lnTo>
                <a:lnTo>
                  <a:pt x="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2" name="Freeform 1002"/>
          <p:cNvSpPr/>
          <p:nvPr/>
        </p:nvSpPr>
        <p:spPr>
          <a:xfrm>
            <a:off x="3380603" y="949262"/>
            <a:ext cx="689610" cy="97155"/>
          </a:xfrm>
          <a:custGeom>
            <a:avLst/>
            <a:gdLst/>
            <a:ahLst/>
            <a:cxnLst/>
            <a:rect l="l" t="t" r="r" b="b"/>
            <a:pathLst>
              <a:path w="724" h="102">
                <a:moveTo>
                  <a:pt x="698" y="0"/>
                </a:moveTo>
                <a:lnTo>
                  <a:pt x="0" y="0"/>
                </a:lnTo>
                <a:lnTo>
                  <a:pt x="0" y="102"/>
                </a:lnTo>
                <a:lnTo>
                  <a:pt x="698" y="102"/>
                </a:lnTo>
                <a:lnTo>
                  <a:pt x="706" y="93"/>
                </a:lnTo>
                <a:lnTo>
                  <a:pt x="712" y="85"/>
                </a:lnTo>
                <a:lnTo>
                  <a:pt x="717" y="76"/>
                </a:lnTo>
                <a:lnTo>
                  <a:pt x="721" y="68"/>
                </a:lnTo>
                <a:lnTo>
                  <a:pt x="723" y="59"/>
                </a:lnTo>
                <a:lnTo>
                  <a:pt x="724" y="51"/>
                </a:lnTo>
                <a:lnTo>
                  <a:pt x="723" y="42"/>
                </a:lnTo>
                <a:lnTo>
                  <a:pt x="721" y="34"/>
                </a:lnTo>
                <a:lnTo>
                  <a:pt x="717" y="25"/>
                </a:lnTo>
                <a:lnTo>
                  <a:pt x="712" y="17"/>
                </a:lnTo>
                <a:lnTo>
                  <a:pt x="706" y="8"/>
                </a:lnTo>
                <a:lnTo>
                  <a:pt x="69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3" name="Freeform 1003"/>
          <p:cNvSpPr/>
          <p:nvPr/>
        </p:nvSpPr>
        <p:spPr>
          <a:xfrm>
            <a:off x="3169625" y="612477"/>
            <a:ext cx="357188" cy="210502"/>
          </a:xfrm>
          <a:custGeom>
            <a:avLst/>
            <a:gdLst/>
            <a:ahLst/>
            <a:cxnLst/>
            <a:rect l="l" t="t" r="r" b="b"/>
            <a:pathLst>
              <a:path w="375" h="221">
                <a:moveTo>
                  <a:pt x="86" y="0"/>
                </a:moveTo>
                <a:lnTo>
                  <a:pt x="0" y="221"/>
                </a:lnTo>
                <a:lnTo>
                  <a:pt x="375" y="221"/>
                </a:lnTo>
                <a:lnTo>
                  <a:pt x="29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4" name="Oval 1003"/>
          <p:cNvSpPr/>
          <p:nvPr/>
        </p:nvSpPr>
        <p:spPr>
          <a:xfrm>
            <a:off x="3205067" y="897626"/>
            <a:ext cx="306619" cy="20441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Freeform 1004"/>
          <p:cNvSpPr/>
          <p:nvPr/>
        </p:nvSpPr>
        <p:spPr>
          <a:xfrm>
            <a:off x="5346840" y="1421340"/>
            <a:ext cx="795157" cy="795442"/>
          </a:xfrm>
          <a:custGeom>
            <a:avLst/>
            <a:gdLst/>
            <a:ahLst/>
            <a:cxnLst/>
            <a:rect l="l" t="t" r="r" b="b"/>
            <a:pathLst>
              <a:path w="1107" h="1108">
                <a:moveTo>
                  <a:pt x="0" y="1108"/>
                </a:moveTo>
                <a:lnTo>
                  <a:pt x="1107" y="1108"/>
                </a:lnTo>
                <a:lnTo>
                  <a:pt x="1107" y="0"/>
                </a:lnTo>
                <a:lnTo>
                  <a:pt x="0" y="0"/>
                </a:lnTo>
                <a:close/>
                <a:moveTo>
                  <a:pt x="606" y="144"/>
                </a:moveTo>
                <a:lnTo>
                  <a:pt x="606" y="142"/>
                </a:lnTo>
                <a:lnTo>
                  <a:pt x="606" y="140"/>
                </a:lnTo>
                <a:lnTo>
                  <a:pt x="607" y="138"/>
                </a:lnTo>
                <a:lnTo>
                  <a:pt x="607" y="137"/>
                </a:lnTo>
                <a:lnTo>
                  <a:pt x="608" y="135"/>
                </a:lnTo>
                <a:lnTo>
                  <a:pt x="609" y="134"/>
                </a:lnTo>
                <a:lnTo>
                  <a:pt x="610" y="132"/>
                </a:lnTo>
                <a:lnTo>
                  <a:pt x="611" y="131"/>
                </a:lnTo>
                <a:lnTo>
                  <a:pt x="612" y="130"/>
                </a:lnTo>
                <a:lnTo>
                  <a:pt x="614" y="129"/>
                </a:lnTo>
                <a:lnTo>
                  <a:pt x="615" y="128"/>
                </a:lnTo>
                <a:lnTo>
                  <a:pt x="617" y="127"/>
                </a:lnTo>
                <a:lnTo>
                  <a:pt x="618" y="127"/>
                </a:lnTo>
                <a:lnTo>
                  <a:pt x="620" y="126"/>
                </a:lnTo>
                <a:lnTo>
                  <a:pt x="622" y="126"/>
                </a:lnTo>
                <a:lnTo>
                  <a:pt x="624" y="126"/>
                </a:lnTo>
                <a:lnTo>
                  <a:pt x="970" y="126"/>
                </a:lnTo>
                <a:lnTo>
                  <a:pt x="972" y="126"/>
                </a:lnTo>
                <a:lnTo>
                  <a:pt x="974" y="126"/>
                </a:lnTo>
                <a:lnTo>
                  <a:pt x="975" y="127"/>
                </a:lnTo>
                <a:lnTo>
                  <a:pt x="977" y="127"/>
                </a:lnTo>
                <a:lnTo>
                  <a:pt x="978" y="128"/>
                </a:lnTo>
                <a:lnTo>
                  <a:pt x="980" y="129"/>
                </a:lnTo>
                <a:lnTo>
                  <a:pt x="981" y="130"/>
                </a:lnTo>
                <a:lnTo>
                  <a:pt x="983" y="131"/>
                </a:lnTo>
                <a:lnTo>
                  <a:pt x="984" y="132"/>
                </a:lnTo>
                <a:lnTo>
                  <a:pt x="985" y="134"/>
                </a:lnTo>
                <a:lnTo>
                  <a:pt x="986" y="135"/>
                </a:lnTo>
                <a:lnTo>
                  <a:pt x="987" y="137"/>
                </a:lnTo>
                <a:lnTo>
                  <a:pt x="987" y="138"/>
                </a:lnTo>
                <a:lnTo>
                  <a:pt x="988" y="140"/>
                </a:lnTo>
                <a:lnTo>
                  <a:pt x="988" y="142"/>
                </a:lnTo>
                <a:lnTo>
                  <a:pt x="988" y="144"/>
                </a:lnTo>
                <a:lnTo>
                  <a:pt x="988" y="490"/>
                </a:lnTo>
                <a:lnTo>
                  <a:pt x="988" y="492"/>
                </a:lnTo>
                <a:lnTo>
                  <a:pt x="988" y="494"/>
                </a:lnTo>
                <a:lnTo>
                  <a:pt x="987" y="495"/>
                </a:lnTo>
                <a:lnTo>
                  <a:pt x="987" y="497"/>
                </a:lnTo>
                <a:lnTo>
                  <a:pt x="986" y="499"/>
                </a:lnTo>
                <a:lnTo>
                  <a:pt x="985" y="500"/>
                </a:lnTo>
                <a:lnTo>
                  <a:pt x="984" y="501"/>
                </a:lnTo>
                <a:lnTo>
                  <a:pt x="983" y="503"/>
                </a:lnTo>
                <a:lnTo>
                  <a:pt x="981" y="504"/>
                </a:lnTo>
                <a:lnTo>
                  <a:pt x="980" y="505"/>
                </a:lnTo>
                <a:lnTo>
                  <a:pt x="978" y="506"/>
                </a:lnTo>
                <a:lnTo>
                  <a:pt x="977" y="507"/>
                </a:lnTo>
                <a:lnTo>
                  <a:pt x="975" y="507"/>
                </a:lnTo>
                <a:lnTo>
                  <a:pt x="974" y="508"/>
                </a:lnTo>
                <a:lnTo>
                  <a:pt x="972" y="508"/>
                </a:lnTo>
                <a:lnTo>
                  <a:pt x="970" y="508"/>
                </a:lnTo>
                <a:lnTo>
                  <a:pt x="624" y="508"/>
                </a:lnTo>
                <a:lnTo>
                  <a:pt x="622" y="508"/>
                </a:lnTo>
                <a:lnTo>
                  <a:pt x="620" y="508"/>
                </a:lnTo>
                <a:lnTo>
                  <a:pt x="618" y="507"/>
                </a:lnTo>
                <a:lnTo>
                  <a:pt x="617" y="507"/>
                </a:lnTo>
                <a:lnTo>
                  <a:pt x="615" y="506"/>
                </a:lnTo>
                <a:lnTo>
                  <a:pt x="614" y="505"/>
                </a:lnTo>
                <a:lnTo>
                  <a:pt x="612" y="504"/>
                </a:lnTo>
                <a:lnTo>
                  <a:pt x="611" y="503"/>
                </a:lnTo>
                <a:lnTo>
                  <a:pt x="610" y="501"/>
                </a:lnTo>
                <a:lnTo>
                  <a:pt x="609" y="500"/>
                </a:lnTo>
                <a:lnTo>
                  <a:pt x="608" y="499"/>
                </a:lnTo>
                <a:lnTo>
                  <a:pt x="607" y="497"/>
                </a:lnTo>
                <a:lnTo>
                  <a:pt x="607" y="495"/>
                </a:lnTo>
                <a:lnTo>
                  <a:pt x="606" y="494"/>
                </a:lnTo>
                <a:lnTo>
                  <a:pt x="606" y="492"/>
                </a:lnTo>
                <a:lnTo>
                  <a:pt x="606" y="490"/>
                </a:lnTo>
                <a:close/>
                <a:moveTo>
                  <a:pt x="606" y="618"/>
                </a:moveTo>
                <a:lnTo>
                  <a:pt x="606" y="616"/>
                </a:lnTo>
                <a:lnTo>
                  <a:pt x="606" y="614"/>
                </a:lnTo>
                <a:lnTo>
                  <a:pt x="607" y="612"/>
                </a:lnTo>
                <a:lnTo>
                  <a:pt x="607" y="611"/>
                </a:lnTo>
                <a:lnTo>
                  <a:pt x="608" y="609"/>
                </a:lnTo>
                <a:lnTo>
                  <a:pt x="609" y="608"/>
                </a:lnTo>
                <a:lnTo>
                  <a:pt x="610" y="606"/>
                </a:lnTo>
                <a:lnTo>
                  <a:pt x="611" y="605"/>
                </a:lnTo>
                <a:lnTo>
                  <a:pt x="612" y="604"/>
                </a:lnTo>
                <a:lnTo>
                  <a:pt x="614" y="603"/>
                </a:lnTo>
                <a:lnTo>
                  <a:pt x="615" y="602"/>
                </a:lnTo>
                <a:lnTo>
                  <a:pt x="617" y="601"/>
                </a:lnTo>
                <a:lnTo>
                  <a:pt x="618" y="601"/>
                </a:lnTo>
                <a:lnTo>
                  <a:pt x="620" y="600"/>
                </a:lnTo>
                <a:lnTo>
                  <a:pt x="622" y="600"/>
                </a:lnTo>
                <a:lnTo>
                  <a:pt x="624" y="600"/>
                </a:lnTo>
                <a:lnTo>
                  <a:pt x="970" y="600"/>
                </a:lnTo>
                <a:lnTo>
                  <a:pt x="972" y="600"/>
                </a:lnTo>
                <a:lnTo>
                  <a:pt x="974" y="600"/>
                </a:lnTo>
                <a:lnTo>
                  <a:pt x="975" y="601"/>
                </a:lnTo>
                <a:lnTo>
                  <a:pt x="977" y="601"/>
                </a:lnTo>
                <a:lnTo>
                  <a:pt x="978" y="602"/>
                </a:lnTo>
                <a:lnTo>
                  <a:pt x="980" y="603"/>
                </a:lnTo>
                <a:lnTo>
                  <a:pt x="981" y="604"/>
                </a:lnTo>
                <a:lnTo>
                  <a:pt x="983" y="605"/>
                </a:lnTo>
                <a:lnTo>
                  <a:pt x="984" y="606"/>
                </a:lnTo>
                <a:lnTo>
                  <a:pt x="985" y="608"/>
                </a:lnTo>
                <a:lnTo>
                  <a:pt x="986" y="609"/>
                </a:lnTo>
                <a:lnTo>
                  <a:pt x="987" y="611"/>
                </a:lnTo>
                <a:lnTo>
                  <a:pt x="987" y="612"/>
                </a:lnTo>
                <a:lnTo>
                  <a:pt x="988" y="614"/>
                </a:lnTo>
                <a:lnTo>
                  <a:pt x="988" y="616"/>
                </a:lnTo>
                <a:lnTo>
                  <a:pt x="988" y="618"/>
                </a:lnTo>
                <a:lnTo>
                  <a:pt x="988" y="964"/>
                </a:lnTo>
                <a:lnTo>
                  <a:pt x="988" y="966"/>
                </a:lnTo>
                <a:lnTo>
                  <a:pt x="988" y="968"/>
                </a:lnTo>
                <a:lnTo>
                  <a:pt x="987" y="969"/>
                </a:lnTo>
                <a:lnTo>
                  <a:pt x="987" y="971"/>
                </a:lnTo>
                <a:lnTo>
                  <a:pt x="986" y="973"/>
                </a:lnTo>
                <a:lnTo>
                  <a:pt x="985" y="974"/>
                </a:lnTo>
                <a:lnTo>
                  <a:pt x="984" y="975"/>
                </a:lnTo>
                <a:lnTo>
                  <a:pt x="983" y="977"/>
                </a:lnTo>
                <a:lnTo>
                  <a:pt x="981" y="978"/>
                </a:lnTo>
                <a:lnTo>
                  <a:pt x="980" y="979"/>
                </a:lnTo>
                <a:lnTo>
                  <a:pt x="978" y="980"/>
                </a:lnTo>
                <a:lnTo>
                  <a:pt x="977" y="981"/>
                </a:lnTo>
                <a:lnTo>
                  <a:pt x="975" y="981"/>
                </a:lnTo>
                <a:lnTo>
                  <a:pt x="974" y="982"/>
                </a:lnTo>
                <a:lnTo>
                  <a:pt x="972" y="982"/>
                </a:lnTo>
                <a:lnTo>
                  <a:pt x="970" y="982"/>
                </a:lnTo>
                <a:lnTo>
                  <a:pt x="624" y="982"/>
                </a:lnTo>
                <a:lnTo>
                  <a:pt x="622" y="982"/>
                </a:lnTo>
                <a:lnTo>
                  <a:pt x="620" y="982"/>
                </a:lnTo>
                <a:lnTo>
                  <a:pt x="618" y="981"/>
                </a:lnTo>
                <a:lnTo>
                  <a:pt x="617" y="981"/>
                </a:lnTo>
                <a:lnTo>
                  <a:pt x="615" y="980"/>
                </a:lnTo>
                <a:lnTo>
                  <a:pt x="614" y="979"/>
                </a:lnTo>
                <a:lnTo>
                  <a:pt x="612" y="978"/>
                </a:lnTo>
                <a:lnTo>
                  <a:pt x="611" y="977"/>
                </a:lnTo>
                <a:lnTo>
                  <a:pt x="610" y="975"/>
                </a:lnTo>
                <a:lnTo>
                  <a:pt x="609" y="974"/>
                </a:lnTo>
                <a:lnTo>
                  <a:pt x="608" y="973"/>
                </a:lnTo>
                <a:lnTo>
                  <a:pt x="607" y="971"/>
                </a:lnTo>
                <a:lnTo>
                  <a:pt x="607" y="969"/>
                </a:lnTo>
                <a:lnTo>
                  <a:pt x="606" y="968"/>
                </a:lnTo>
                <a:lnTo>
                  <a:pt x="606" y="966"/>
                </a:lnTo>
                <a:lnTo>
                  <a:pt x="606" y="964"/>
                </a:lnTo>
                <a:close/>
                <a:moveTo>
                  <a:pt x="119" y="144"/>
                </a:moveTo>
                <a:lnTo>
                  <a:pt x="119" y="142"/>
                </a:lnTo>
                <a:lnTo>
                  <a:pt x="120" y="140"/>
                </a:lnTo>
                <a:lnTo>
                  <a:pt x="120" y="138"/>
                </a:lnTo>
                <a:lnTo>
                  <a:pt x="121" y="137"/>
                </a:lnTo>
                <a:lnTo>
                  <a:pt x="122" y="135"/>
                </a:lnTo>
                <a:lnTo>
                  <a:pt x="122" y="134"/>
                </a:lnTo>
                <a:lnTo>
                  <a:pt x="123" y="132"/>
                </a:lnTo>
                <a:lnTo>
                  <a:pt x="125" y="131"/>
                </a:lnTo>
                <a:lnTo>
                  <a:pt x="126" y="130"/>
                </a:lnTo>
                <a:lnTo>
                  <a:pt x="127" y="129"/>
                </a:lnTo>
                <a:lnTo>
                  <a:pt x="129" y="128"/>
                </a:lnTo>
                <a:lnTo>
                  <a:pt x="130" y="127"/>
                </a:lnTo>
                <a:lnTo>
                  <a:pt x="132" y="127"/>
                </a:lnTo>
                <a:lnTo>
                  <a:pt x="134" y="126"/>
                </a:lnTo>
                <a:lnTo>
                  <a:pt x="136" y="126"/>
                </a:lnTo>
                <a:lnTo>
                  <a:pt x="137" y="126"/>
                </a:lnTo>
                <a:lnTo>
                  <a:pt x="484" y="126"/>
                </a:lnTo>
                <a:lnTo>
                  <a:pt x="485" y="126"/>
                </a:lnTo>
                <a:lnTo>
                  <a:pt x="487" y="126"/>
                </a:lnTo>
                <a:lnTo>
                  <a:pt x="489" y="127"/>
                </a:lnTo>
                <a:lnTo>
                  <a:pt x="491" y="127"/>
                </a:lnTo>
                <a:lnTo>
                  <a:pt x="492" y="128"/>
                </a:lnTo>
                <a:lnTo>
                  <a:pt x="494" y="129"/>
                </a:lnTo>
                <a:lnTo>
                  <a:pt x="495" y="130"/>
                </a:lnTo>
                <a:lnTo>
                  <a:pt x="496" y="131"/>
                </a:lnTo>
                <a:lnTo>
                  <a:pt x="498" y="132"/>
                </a:lnTo>
                <a:lnTo>
                  <a:pt x="499" y="134"/>
                </a:lnTo>
                <a:lnTo>
                  <a:pt x="499" y="135"/>
                </a:lnTo>
                <a:lnTo>
                  <a:pt x="500" y="137"/>
                </a:lnTo>
                <a:lnTo>
                  <a:pt x="501" y="138"/>
                </a:lnTo>
                <a:lnTo>
                  <a:pt x="501" y="140"/>
                </a:lnTo>
                <a:lnTo>
                  <a:pt x="501" y="142"/>
                </a:lnTo>
                <a:lnTo>
                  <a:pt x="502" y="144"/>
                </a:lnTo>
                <a:lnTo>
                  <a:pt x="502" y="490"/>
                </a:lnTo>
                <a:lnTo>
                  <a:pt x="501" y="492"/>
                </a:lnTo>
                <a:lnTo>
                  <a:pt x="501" y="494"/>
                </a:lnTo>
                <a:lnTo>
                  <a:pt x="501" y="495"/>
                </a:lnTo>
                <a:lnTo>
                  <a:pt x="500" y="497"/>
                </a:lnTo>
                <a:lnTo>
                  <a:pt x="499" y="499"/>
                </a:lnTo>
                <a:lnTo>
                  <a:pt x="499" y="500"/>
                </a:lnTo>
                <a:lnTo>
                  <a:pt x="498" y="501"/>
                </a:lnTo>
                <a:lnTo>
                  <a:pt x="496" y="503"/>
                </a:lnTo>
                <a:lnTo>
                  <a:pt x="495" y="504"/>
                </a:lnTo>
                <a:lnTo>
                  <a:pt x="494" y="505"/>
                </a:lnTo>
                <a:lnTo>
                  <a:pt x="492" y="506"/>
                </a:lnTo>
                <a:lnTo>
                  <a:pt x="491" y="507"/>
                </a:lnTo>
                <a:lnTo>
                  <a:pt x="489" y="507"/>
                </a:lnTo>
                <a:lnTo>
                  <a:pt x="487" y="508"/>
                </a:lnTo>
                <a:lnTo>
                  <a:pt x="485" y="508"/>
                </a:lnTo>
                <a:lnTo>
                  <a:pt x="484" y="508"/>
                </a:lnTo>
                <a:lnTo>
                  <a:pt x="137" y="508"/>
                </a:lnTo>
                <a:lnTo>
                  <a:pt x="136" y="508"/>
                </a:lnTo>
                <a:lnTo>
                  <a:pt x="134" y="508"/>
                </a:lnTo>
                <a:lnTo>
                  <a:pt x="132" y="507"/>
                </a:lnTo>
                <a:lnTo>
                  <a:pt x="130" y="507"/>
                </a:lnTo>
                <a:lnTo>
                  <a:pt x="129" y="506"/>
                </a:lnTo>
                <a:lnTo>
                  <a:pt x="127" y="505"/>
                </a:lnTo>
                <a:lnTo>
                  <a:pt x="126" y="504"/>
                </a:lnTo>
                <a:lnTo>
                  <a:pt x="125" y="503"/>
                </a:lnTo>
                <a:lnTo>
                  <a:pt x="123" y="501"/>
                </a:lnTo>
                <a:lnTo>
                  <a:pt x="122" y="500"/>
                </a:lnTo>
                <a:lnTo>
                  <a:pt x="122" y="499"/>
                </a:lnTo>
                <a:lnTo>
                  <a:pt x="121" y="497"/>
                </a:lnTo>
                <a:lnTo>
                  <a:pt x="120" y="495"/>
                </a:lnTo>
                <a:lnTo>
                  <a:pt x="120" y="494"/>
                </a:lnTo>
                <a:lnTo>
                  <a:pt x="119" y="492"/>
                </a:lnTo>
                <a:lnTo>
                  <a:pt x="119" y="490"/>
                </a:lnTo>
                <a:close/>
                <a:moveTo>
                  <a:pt x="119" y="618"/>
                </a:moveTo>
                <a:lnTo>
                  <a:pt x="119" y="616"/>
                </a:lnTo>
                <a:lnTo>
                  <a:pt x="120" y="614"/>
                </a:lnTo>
                <a:lnTo>
                  <a:pt x="120" y="612"/>
                </a:lnTo>
                <a:lnTo>
                  <a:pt x="121" y="611"/>
                </a:lnTo>
                <a:lnTo>
                  <a:pt x="122" y="609"/>
                </a:lnTo>
                <a:lnTo>
                  <a:pt x="122" y="608"/>
                </a:lnTo>
                <a:lnTo>
                  <a:pt x="123" y="606"/>
                </a:lnTo>
                <a:lnTo>
                  <a:pt x="125" y="605"/>
                </a:lnTo>
                <a:lnTo>
                  <a:pt x="126" y="604"/>
                </a:lnTo>
                <a:lnTo>
                  <a:pt x="127" y="603"/>
                </a:lnTo>
                <a:lnTo>
                  <a:pt x="129" y="602"/>
                </a:lnTo>
                <a:lnTo>
                  <a:pt x="130" y="601"/>
                </a:lnTo>
                <a:lnTo>
                  <a:pt x="132" y="601"/>
                </a:lnTo>
                <a:lnTo>
                  <a:pt x="134" y="600"/>
                </a:lnTo>
                <a:lnTo>
                  <a:pt x="136" y="600"/>
                </a:lnTo>
                <a:lnTo>
                  <a:pt x="137" y="600"/>
                </a:lnTo>
                <a:lnTo>
                  <a:pt x="484" y="600"/>
                </a:lnTo>
                <a:lnTo>
                  <a:pt x="485" y="600"/>
                </a:lnTo>
                <a:lnTo>
                  <a:pt x="487" y="600"/>
                </a:lnTo>
                <a:lnTo>
                  <a:pt x="489" y="601"/>
                </a:lnTo>
                <a:lnTo>
                  <a:pt x="491" y="601"/>
                </a:lnTo>
                <a:lnTo>
                  <a:pt x="492" y="602"/>
                </a:lnTo>
                <a:lnTo>
                  <a:pt x="494" y="603"/>
                </a:lnTo>
                <a:lnTo>
                  <a:pt x="495" y="604"/>
                </a:lnTo>
                <a:lnTo>
                  <a:pt x="496" y="605"/>
                </a:lnTo>
                <a:lnTo>
                  <a:pt x="498" y="606"/>
                </a:lnTo>
                <a:lnTo>
                  <a:pt x="499" y="608"/>
                </a:lnTo>
                <a:lnTo>
                  <a:pt x="499" y="609"/>
                </a:lnTo>
                <a:lnTo>
                  <a:pt x="500" y="611"/>
                </a:lnTo>
                <a:lnTo>
                  <a:pt x="501" y="612"/>
                </a:lnTo>
                <a:lnTo>
                  <a:pt x="501" y="614"/>
                </a:lnTo>
                <a:lnTo>
                  <a:pt x="501" y="616"/>
                </a:lnTo>
                <a:lnTo>
                  <a:pt x="502" y="618"/>
                </a:lnTo>
                <a:lnTo>
                  <a:pt x="502" y="964"/>
                </a:lnTo>
                <a:lnTo>
                  <a:pt x="501" y="966"/>
                </a:lnTo>
                <a:lnTo>
                  <a:pt x="501" y="968"/>
                </a:lnTo>
                <a:lnTo>
                  <a:pt x="501" y="969"/>
                </a:lnTo>
                <a:lnTo>
                  <a:pt x="500" y="971"/>
                </a:lnTo>
                <a:lnTo>
                  <a:pt x="499" y="973"/>
                </a:lnTo>
                <a:lnTo>
                  <a:pt x="499" y="974"/>
                </a:lnTo>
                <a:lnTo>
                  <a:pt x="498" y="975"/>
                </a:lnTo>
                <a:lnTo>
                  <a:pt x="496" y="977"/>
                </a:lnTo>
                <a:lnTo>
                  <a:pt x="495" y="978"/>
                </a:lnTo>
                <a:lnTo>
                  <a:pt x="494" y="979"/>
                </a:lnTo>
                <a:lnTo>
                  <a:pt x="492" y="980"/>
                </a:lnTo>
                <a:lnTo>
                  <a:pt x="491" y="981"/>
                </a:lnTo>
                <a:lnTo>
                  <a:pt x="489" y="981"/>
                </a:lnTo>
                <a:lnTo>
                  <a:pt x="487" y="982"/>
                </a:lnTo>
                <a:lnTo>
                  <a:pt x="485" y="982"/>
                </a:lnTo>
                <a:lnTo>
                  <a:pt x="484" y="982"/>
                </a:lnTo>
                <a:lnTo>
                  <a:pt x="137" y="982"/>
                </a:lnTo>
                <a:lnTo>
                  <a:pt x="136" y="982"/>
                </a:lnTo>
                <a:lnTo>
                  <a:pt x="134" y="982"/>
                </a:lnTo>
                <a:lnTo>
                  <a:pt x="132" y="981"/>
                </a:lnTo>
                <a:lnTo>
                  <a:pt x="130" y="981"/>
                </a:lnTo>
                <a:lnTo>
                  <a:pt x="129" y="980"/>
                </a:lnTo>
                <a:lnTo>
                  <a:pt x="127" y="979"/>
                </a:lnTo>
                <a:lnTo>
                  <a:pt x="126" y="978"/>
                </a:lnTo>
                <a:lnTo>
                  <a:pt x="125" y="977"/>
                </a:lnTo>
                <a:lnTo>
                  <a:pt x="123" y="975"/>
                </a:lnTo>
                <a:lnTo>
                  <a:pt x="122" y="974"/>
                </a:lnTo>
                <a:lnTo>
                  <a:pt x="122" y="973"/>
                </a:lnTo>
                <a:lnTo>
                  <a:pt x="121" y="971"/>
                </a:lnTo>
                <a:lnTo>
                  <a:pt x="120" y="969"/>
                </a:lnTo>
                <a:lnTo>
                  <a:pt x="120" y="968"/>
                </a:lnTo>
                <a:lnTo>
                  <a:pt x="119" y="966"/>
                </a:lnTo>
                <a:lnTo>
                  <a:pt x="119" y="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5" name="Freeform 1005"/>
          <p:cNvSpPr/>
          <p:nvPr/>
        </p:nvSpPr>
        <p:spPr>
          <a:xfrm>
            <a:off x="4105780" y="2246138"/>
            <a:ext cx="1582464" cy="3043123"/>
          </a:xfrm>
          <a:custGeom>
            <a:avLst/>
            <a:gdLst/>
            <a:ahLst/>
            <a:cxnLst/>
            <a:rect l="l" t="t" r="r" b="b"/>
            <a:pathLst>
              <a:path w="1661" h="3195">
                <a:moveTo>
                  <a:pt x="782" y="618"/>
                </a:moveTo>
                <a:lnTo>
                  <a:pt x="814" y="623"/>
                </a:lnTo>
                <a:lnTo>
                  <a:pt x="845" y="624"/>
                </a:lnTo>
                <a:lnTo>
                  <a:pt x="876" y="622"/>
                </a:lnTo>
                <a:lnTo>
                  <a:pt x="906" y="618"/>
                </a:lnTo>
                <a:lnTo>
                  <a:pt x="936" y="610"/>
                </a:lnTo>
                <a:lnTo>
                  <a:pt x="964" y="600"/>
                </a:lnTo>
                <a:lnTo>
                  <a:pt x="991" y="587"/>
                </a:lnTo>
                <a:lnTo>
                  <a:pt x="1017" y="572"/>
                </a:lnTo>
                <a:lnTo>
                  <a:pt x="1041" y="554"/>
                </a:lnTo>
                <a:lnTo>
                  <a:pt x="1063" y="534"/>
                </a:lnTo>
                <a:lnTo>
                  <a:pt x="1083" y="512"/>
                </a:lnTo>
                <a:lnTo>
                  <a:pt x="1102" y="487"/>
                </a:lnTo>
                <a:lnTo>
                  <a:pt x="1117" y="461"/>
                </a:lnTo>
                <a:lnTo>
                  <a:pt x="1131" y="434"/>
                </a:lnTo>
                <a:lnTo>
                  <a:pt x="1142" y="404"/>
                </a:lnTo>
                <a:lnTo>
                  <a:pt x="1149" y="373"/>
                </a:lnTo>
                <a:lnTo>
                  <a:pt x="1154" y="342"/>
                </a:lnTo>
                <a:lnTo>
                  <a:pt x="1155" y="310"/>
                </a:lnTo>
                <a:lnTo>
                  <a:pt x="1154" y="280"/>
                </a:lnTo>
                <a:lnTo>
                  <a:pt x="1149" y="249"/>
                </a:lnTo>
                <a:lnTo>
                  <a:pt x="1142" y="220"/>
                </a:lnTo>
                <a:lnTo>
                  <a:pt x="1131" y="192"/>
                </a:lnTo>
                <a:lnTo>
                  <a:pt x="1118" y="165"/>
                </a:lnTo>
                <a:lnTo>
                  <a:pt x="1103" y="139"/>
                </a:lnTo>
                <a:lnTo>
                  <a:pt x="1085" y="115"/>
                </a:lnTo>
                <a:lnTo>
                  <a:pt x="1065" y="93"/>
                </a:lnTo>
                <a:lnTo>
                  <a:pt x="1043" y="72"/>
                </a:lnTo>
                <a:lnTo>
                  <a:pt x="1019" y="54"/>
                </a:lnTo>
                <a:lnTo>
                  <a:pt x="993" y="38"/>
                </a:lnTo>
                <a:lnTo>
                  <a:pt x="965" y="25"/>
                </a:lnTo>
                <a:lnTo>
                  <a:pt x="936" y="14"/>
                </a:lnTo>
                <a:lnTo>
                  <a:pt x="905" y="6"/>
                </a:lnTo>
                <a:lnTo>
                  <a:pt x="873" y="1"/>
                </a:lnTo>
                <a:lnTo>
                  <a:pt x="842" y="0"/>
                </a:lnTo>
                <a:lnTo>
                  <a:pt x="811" y="2"/>
                </a:lnTo>
                <a:lnTo>
                  <a:pt x="781" y="6"/>
                </a:lnTo>
                <a:lnTo>
                  <a:pt x="751" y="14"/>
                </a:lnTo>
                <a:lnTo>
                  <a:pt x="723" y="24"/>
                </a:lnTo>
                <a:lnTo>
                  <a:pt x="696" y="37"/>
                </a:lnTo>
                <a:lnTo>
                  <a:pt x="670" y="52"/>
                </a:lnTo>
                <a:lnTo>
                  <a:pt x="646" y="70"/>
                </a:lnTo>
                <a:lnTo>
                  <a:pt x="624" y="90"/>
                </a:lnTo>
                <a:lnTo>
                  <a:pt x="604" y="112"/>
                </a:lnTo>
                <a:lnTo>
                  <a:pt x="585" y="137"/>
                </a:lnTo>
                <a:lnTo>
                  <a:pt x="569" y="163"/>
                </a:lnTo>
                <a:lnTo>
                  <a:pt x="556" y="190"/>
                </a:lnTo>
                <a:lnTo>
                  <a:pt x="545" y="220"/>
                </a:lnTo>
                <a:lnTo>
                  <a:pt x="537" y="251"/>
                </a:lnTo>
                <a:lnTo>
                  <a:pt x="533" y="282"/>
                </a:lnTo>
                <a:lnTo>
                  <a:pt x="531" y="314"/>
                </a:lnTo>
                <a:lnTo>
                  <a:pt x="533" y="345"/>
                </a:lnTo>
                <a:lnTo>
                  <a:pt x="538" y="375"/>
                </a:lnTo>
                <a:lnTo>
                  <a:pt x="545" y="404"/>
                </a:lnTo>
                <a:lnTo>
                  <a:pt x="555" y="432"/>
                </a:lnTo>
                <a:lnTo>
                  <a:pt x="568" y="459"/>
                </a:lnTo>
                <a:lnTo>
                  <a:pt x="584" y="485"/>
                </a:lnTo>
                <a:lnTo>
                  <a:pt x="602" y="509"/>
                </a:lnTo>
                <a:lnTo>
                  <a:pt x="622" y="531"/>
                </a:lnTo>
                <a:lnTo>
                  <a:pt x="644" y="552"/>
                </a:lnTo>
                <a:lnTo>
                  <a:pt x="668" y="570"/>
                </a:lnTo>
                <a:lnTo>
                  <a:pt x="694" y="586"/>
                </a:lnTo>
                <a:lnTo>
                  <a:pt x="722" y="599"/>
                </a:lnTo>
                <a:lnTo>
                  <a:pt x="751" y="610"/>
                </a:lnTo>
                <a:lnTo>
                  <a:pt x="782" y="618"/>
                </a:lnTo>
                <a:close/>
                <a:moveTo>
                  <a:pt x="1442" y="2067"/>
                </a:moveTo>
                <a:lnTo>
                  <a:pt x="1467" y="2064"/>
                </a:lnTo>
                <a:lnTo>
                  <a:pt x="1491" y="2060"/>
                </a:lnTo>
                <a:lnTo>
                  <a:pt x="1513" y="2054"/>
                </a:lnTo>
                <a:lnTo>
                  <a:pt x="1535" y="2046"/>
                </a:lnTo>
                <a:lnTo>
                  <a:pt x="1554" y="2037"/>
                </a:lnTo>
                <a:lnTo>
                  <a:pt x="1573" y="2026"/>
                </a:lnTo>
                <a:lnTo>
                  <a:pt x="1590" y="2014"/>
                </a:lnTo>
                <a:lnTo>
                  <a:pt x="1605" y="2000"/>
                </a:lnTo>
                <a:lnTo>
                  <a:pt x="1619" y="1985"/>
                </a:lnTo>
                <a:lnTo>
                  <a:pt x="1631" y="1968"/>
                </a:lnTo>
                <a:lnTo>
                  <a:pt x="1641" y="1949"/>
                </a:lnTo>
                <a:lnTo>
                  <a:pt x="1649" y="1929"/>
                </a:lnTo>
                <a:lnTo>
                  <a:pt x="1655" y="1908"/>
                </a:lnTo>
                <a:lnTo>
                  <a:pt x="1659" y="1885"/>
                </a:lnTo>
                <a:lnTo>
                  <a:pt x="1661" y="1860"/>
                </a:lnTo>
                <a:lnTo>
                  <a:pt x="1661" y="1834"/>
                </a:lnTo>
                <a:lnTo>
                  <a:pt x="1660" y="1806"/>
                </a:lnTo>
                <a:lnTo>
                  <a:pt x="1659" y="1778"/>
                </a:lnTo>
                <a:lnTo>
                  <a:pt x="1658" y="1750"/>
                </a:lnTo>
                <a:lnTo>
                  <a:pt x="1658" y="1722"/>
                </a:lnTo>
                <a:lnTo>
                  <a:pt x="1657" y="1693"/>
                </a:lnTo>
                <a:lnTo>
                  <a:pt x="1656" y="1664"/>
                </a:lnTo>
                <a:lnTo>
                  <a:pt x="1654" y="1634"/>
                </a:lnTo>
                <a:lnTo>
                  <a:pt x="1652" y="1603"/>
                </a:lnTo>
                <a:lnTo>
                  <a:pt x="1649" y="1570"/>
                </a:lnTo>
                <a:lnTo>
                  <a:pt x="1645" y="1536"/>
                </a:lnTo>
                <a:lnTo>
                  <a:pt x="1640" y="1499"/>
                </a:lnTo>
                <a:lnTo>
                  <a:pt x="1633" y="1460"/>
                </a:lnTo>
                <a:lnTo>
                  <a:pt x="1625" y="1418"/>
                </a:lnTo>
                <a:lnTo>
                  <a:pt x="1615" y="1373"/>
                </a:lnTo>
                <a:lnTo>
                  <a:pt x="1603" y="1325"/>
                </a:lnTo>
                <a:lnTo>
                  <a:pt x="1589" y="1273"/>
                </a:lnTo>
                <a:lnTo>
                  <a:pt x="1563" y="1183"/>
                </a:lnTo>
                <a:lnTo>
                  <a:pt x="1537" y="1103"/>
                </a:lnTo>
                <a:lnTo>
                  <a:pt x="1512" y="1032"/>
                </a:lnTo>
                <a:lnTo>
                  <a:pt x="1488" y="970"/>
                </a:lnTo>
                <a:lnTo>
                  <a:pt x="1465" y="916"/>
                </a:lnTo>
                <a:lnTo>
                  <a:pt x="1442" y="870"/>
                </a:lnTo>
                <a:lnTo>
                  <a:pt x="1421" y="830"/>
                </a:lnTo>
                <a:lnTo>
                  <a:pt x="1399" y="796"/>
                </a:lnTo>
                <a:lnTo>
                  <a:pt x="1379" y="768"/>
                </a:lnTo>
                <a:lnTo>
                  <a:pt x="1359" y="744"/>
                </a:lnTo>
                <a:lnTo>
                  <a:pt x="1340" y="724"/>
                </a:lnTo>
                <a:lnTo>
                  <a:pt x="1321" y="708"/>
                </a:lnTo>
                <a:lnTo>
                  <a:pt x="1303" y="694"/>
                </a:lnTo>
                <a:lnTo>
                  <a:pt x="1286" y="682"/>
                </a:lnTo>
                <a:lnTo>
                  <a:pt x="1268" y="671"/>
                </a:lnTo>
                <a:lnTo>
                  <a:pt x="1252" y="661"/>
                </a:lnTo>
                <a:lnTo>
                  <a:pt x="1247" y="659"/>
                </a:lnTo>
                <a:lnTo>
                  <a:pt x="1243" y="656"/>
                </a:lnTo>
                <a:lnTo>
                  <a:pt x="1238" y="654"/>
                </a:lnTo>
                <a:lnTo>
                  <a:pt x="1234" y="652"/>
                </a:lnTo>
                <a:lnTo>
                  <a:pt x="1229" y="650"/>
                </a:lnTo>
                <a:lnTo>
                  <a:pt x="1224" y="648"/>
                </a:lnTo>
                <a:lnTo>
                  <a:pt x="1220" y="646"/>
                </a:lnTo>
                <a:lnTo>
                  <a:pt x="1215" y="644"/>
                </a:lnTo>
                <a:lnTo>
                  <a:pt x="1210" y="642"/>
                </a:lnTo>
                <a:lnTo>
                  <a:pt x="1205" y="641"/>
                </a:lnTo>
                <a:lnTo>
                  <a:pt x="1201" y="639"/>
                </a:lnTo>
                <a:lnTo>
                  <a:pt x="1196" y="638"/>
                </a:lnTo>
                <a:lnTo>
                  <a:pt x="1191" y="637"/>
                </a:lnTo>
                <a:lnTo>
                  <a:pt x="1186" y="635"/>
                </a:lnTo>
                <a:lnTo>
                  <a:pt x="1182" y="634"/>
                </a:lnTo>
                <a:lnTo>
                  <a:pt x="1177" y="633"/>
                </a:lnTo>
                <a:lnTo>
                  <a:pt x="1167" y="631"/>
                </a:lnTo>
                <a:lnTo>
                  <a:pt x="1157" y="630"/>
                </a:lnTo>
                <a:lnTo>
                  <a:pt x="1146" y="629"/>
                </a:lnTo>
                <a:lnTo>
                  <a:pt x="1136" y="629"/>
                </a:lnTo>
                <a:lnTo>
                  <a:pt x="1126" y="628"/>
                </a:lnTo>
                <a:lnTo>
                  <a:pt x="1116" y="629"/>
                </a:lnTo>
                <a:lnTo>
                  <a:pt x="1105" y="629"/>
                </a:lnTo>
                <a:lnTo>
                  <a:pt x="1095" y="631"/>
                </a:lnTo>
                <a:lnTo>
                  <a:pt x="1085" y="632"/>
                </a:lnTo>
                <a:lnTo>
                  <a:pt x="1075" y="634"/>
                </a:lnTo>
                <a:lnTo>
                  <a:pt x="1066" y="636"/>
                </a:lnTo>
                <a:lnTo>
                  <a:pt x="1056" y="639"/>
                </a:lnTo>
                <a:lnTo>
                  <a:pt x="1046" y="642"/>
                </a:lnTo>
                <a:lnTo>
                  <a:pt x="1037" y="646"/>
                </a:lnTo>
                <a:lnTo>
                  <a:pt x="1027" y="650"/>
                </a:lnTo>
                <a:lnTo>
                  <a:pt x="1018" y="654"/>
                </a:lnTo>
                <a:lnTo>
                  <a:pt x="1008" y="656"/>
                </a:lnTo>
                <a:lnTo>
                  <a:pt x="997" y="658"/>
                </a:lnTo>
                <a:lnTo>
                  <a:pt x="987" y="662"/>
                </a:lnTo>
                <a:lnTo>
                  <a:pt x="978" y="666"/>
                </a:lnTo>
                <a:lnTo>
                  <a:pt x="968" y="670"/>
                </a:lnTo>
                <a:lnTo>
                  <a:pt x="959" y="676"/>
                </a:lnTo>
                <a:lnTo>
                  <a:pt x="950" y="681"/>
                </a:lnTo>
                <a:lnTo>
                  <a:pt x="942" y="688"/>
                </a:lnTo>
                <a:lnTo>
                  <a:pt x="934" y="695"/>
                </a:lnTo>
                <a:lnTo>
                  <a:pt x="926" y="702"/>
                </a:lnTo>
                <a:lnTo>
                  <a:pt x="919" y="710"/>
                </a:lnTo>
                <a:lnTo>
                  <a:pt x="913" y="719"/>
                </a:lnTo>
                <a:lnTo>
                  <a:pt x="907" y="728"/>
                </a:lnTo>
                <a:lnTo>
                  <a:pt x="902" y="738"/>
                </a:lnTo>
                <a:lnTo>
                  <a:pt x="897" y="748"/>
                </a:lnTo>
                <a:lnTo>
                  <a:pt x="893" y="758"/>
                </a:lnTo>
                <a:lnTo>
                  <a:pt x="893" y="758"/>
                </a:lnTo>
                <a:lnTo>
                  <a:pt x="893" y="759"/>
                </a:lnTo>
                <a:lnTo>
                  <a:pt x="893" y="759"/>
                </a:lnTo>
                <a:lnTo>
                  <a:pt x="893" y="759"/>
                </a:lnTo>
                <a:lnTo>
                  <a:pt x="893" y="759"/>
                </a:lnTo>
                <a:lnTo>
                  <a:pt x="893" y="759"/>
                </a:lnTo>
                <a:lnTo>
                  <a:pt x="893" y="760"/>
                </a:lnTo>
                <a:lnTo>
                  <a:pt x="893" y="760"/>
                </a:lnTo>
                <a:lnTo>
                  <a:pt x="893" y="761"/>
                </a:lnTo>
                <a:lnTo>
                  <a:pt x="892" y="761"/>
                </a:lnTo>
                <a:lnTo>
                  <a:pt x="892" y="762"/>
                </a:lnTo>
                <a:lnTo>
                  <a:pt x="892" y="763"/>
                </a:lnTo>
                <a:lnTo>
                  <a:pt x="891" y="764"/>
                </a:lnTo>
                <a:lnTo>
                  <a:pt x="891" y="766"/>
                </a:lnTo>
                <a:lnTo>
                  <a:pt x="890" y="767"/>
                </a:lnTo>
                <a:lnTo>
                  <a:pt x="889" y="769"/>
                </a:lnTo>
                <a:lnTo>
                  <a:pt x="889" y="771"/>
                </a:lnTo>
                <a:lnTo>
                  <a:pt x="886" y="778"/>
                </a:lnTo>
                <a:lnTo>
                  <a:pt x="882" y="786"/>
                </a:lnTo>
                <a:lnTo>
                  <a:pt x="878" y="796"/>
                </a:lnTo>
                <a:lnTo>
                  <a:pt x="873" y="807"/>
                </a:lnTo>
                <a:lnTo>
                  <a:pt x="867" y="819"/>
                </a:lnTo>
                <a:lnTo>
                  <a:pt x="860" y="831"/>
                </a:lnTo>
                <a:lnTo>
                  <a:pt x="853" y="845"/>
                </a:lnTo>
                <a:lnTo>
                  <a:pt x="845" y="858"/>
                </a:lnTo>
                <a:lnTo>
                  <a:pt x="837" y="872"/>
                </a:lnTo>
                <a:lnTo>
                  <a:pt x="828" y="887"/>
                </a:lnTo>
                <a:lnTo>
                  <a:pt x="818" y="901"/>
                </a:lnTo>
                <a:lnTo>
                  <a:pt x="808" y="916"/>
                </a:lnTo>
                <a:lnTo>
                  <a:pt x="797" y="930"/>
                </a:lnTo>
                <a:lnTo>
                  <a:pt x="785" y="945"/>
                </a:lnTo>
                <a:lnTo>
                  <a:pt x="773" y="958"/>
                </a:lnTo>
                <a:lnTo>
                  <a:pt x="760" y="972"/>
                </a:lnTo>
                <a:lnTo>
                  <a:pt x="746" y="985"/>
                </a:lnTo>
                <a:lnTo>
                  <a:pt x="730" y="997"/>
                </a:lnTo>
                <a:lnTo>
                  <a:pt x="713" y="1010"/>
                </a:lnTo>
                <a:lnTo>
                  <a:pt x="695" y="1022"/>
                </a:lnTo>
                <a:lnTo>
                  <a:pt x="676" y="1034"/>
                </a:lnTo>
                <a:lnTo>
                  <a:pt x="657" y="1045"/>
                </a:lnTo>
                <a:lnTo>
                  <a:pt x="636" y="1056"/>
                </a:lnTo>
                <a:lnTo>
                  <a:pt x="614" y="1066"/>
                </a:lnTo>
                <a:lnTo>
                  <a:pt x="592" y="1076"/>
                </a:lnTo>
                <a:lnTo>
                  <a:pt x="570" y="1084"/>
                </a:lnTo>
                <a:lnTo>
                  <a:pt x="546" y="1092"/>
                </a:lnTo>
                <a:lnTo>
                  <a:pt x="523" y="1098"/>
                </a:lnTo>
                <a:lnTo>
                  <a:pt x="499" y="1103"/>
                </a:lnTo>
                <a:lnTo>
                  <a:pt x="475" y="1108"/>
                </a:lnTo>
                <a:lnTo>
                  <a:pt x="450" y="1111"/>
                </a:lnTo>
                <a:lnTo>
                  <a:pt x="426" y="1112"/>
                </a:lnTo>
                <a:lnTo>
                  <a:pt x="0" y="1143"/>
                </a:lnTo>
                <a:lnTo>
                  <a:pt x="3" y="1382"/>
                </a:lnTo>
                <a:lnTo>
                  <a:pt x="431" y="1398"/>
                </a:lnTo>
                <a:lnTo>
                  <a:pt x="482" y="1396"/>
                </a:lnTo>
                <a:lnTo>
                  <a:pt x="532" y="1392"/>
                </a:lnTo>
                <a:lnTo>
                  <a:pt x="579" y="1386"/>
                </a:lnTo>
                <a:lnTo>
                  <a:pt x="625" y="1377"/>
                </a:lnTo>
                <a:lnTo>
                  <a:pt x="668" y="1366"/>
                </a:lnTo>
                <a:lnTo>
                  <a:pt x="710" y="1353"/>
                </a:lnTo>
                <a:lnTo>
                  <a:pt x="750" y="1339"/>
                </a:lnTo>
                <a:lnTo>
                  <a:pt x="788" y="1323"/>
                </a:lnTo>
                <a:lnTo>
                  <a:pt x="825" y="1305"/>
                </a:lnTo>
                <a:lnTo>
                  <a:pt x="859" y="1286"/>
                </a:lnTo>
                <a:lnTo>
                  <a:pt x="891" y="1265"/>
                </a:lnTo>
                <a:lnTo>
                  <a:pt x="921" y="1244"/>
                </a:lnTo>
                <a:lnTo>
                  <a:pt x="949" y="1221"/>
                </a:lnTo>
                <a:lnTo>
                  <a:pt x="975" y="1198"/>
                </a:lnTo>
                <a:lnTo>
                  <a:pt x="999" y="1174"/>
                </a:lnTo>
                <a:lnTo>
                  <a:pt x="1021" y="1149"/>
                </a:lnTo>
                <a:lnTo>
                  <a:pt x="1021" y="1149"/>
                </a:lnTo>
                <a:lnTo>
                  <a:pt x="1022" y="1150"/>
                </a:lnTo>
                <a:lnTo>
                  <a:pt x="1022" y="1151"/>
                </a:lnTo>
                <a:lnTo>
                  <a:pt x="1022" y="1151"/>
                </a:lnTo>
                <a:lnTo>
                  <a:pt x="1023" y="1152"/>
                </a:lnTo>
                <a:lnTo>
                  <a:pt x="1023" y="1152"/>
                </a:lnTo>
                <a:lnTo>
                  <a:pt x="1023" y="1153"/>
                </a:lnTo>
                <a:lnTo>
                  <a:pt x="1024" y="1153"/>
                </a:lnTo>
                <a:lnTo>
                  <a:pt x="1024" y="1154"/>
                </a:lnTo>
                <a:lnTo>
                  <a:pt x="1024" y="1155"/>
                </a:lnTo>
                <a:lnTo>
                  <a:pt x="1025" y="1155"/>
                </a:lnTo>
                <a:lnTo>
                  <a:pt x="1025" y="1156"/>
                </a:lnTo>
                <a:lnTo>
                  <a:pt x="1025" y="1156"/>
                </a:lnTo>
                <a:lnTo>
                  <a:pt x="1025" y="1157"/>
                </a:lnTo>
                <a:lnTo>
                  <a:pt x="1026" y="1158"/>
                </a:lnTo>
                <a:lnTo>
                  <a:pt x="1026" y="1158"/>
                </a:lnTo>
                <a:lnTo>
                  <a:pt x="1032" y="1170"/>
                </a:lnTo>
                <a:lnTo>
                  <a:pt x="1037" y="1181"/>
                </a:lnTo>
                <a:lnTo>
                  <a:pt x="1042" y="1191"/>
                </a:lnTo>
                <a:lnTo>
                  <a:pt x="1046" y="1201"/>
                </a:lnTo>
                <a:lnTo>
                  <a:pt x="1050" y="1211"/>
                </a:lnTo>
                <a:lnTo>
                  <a:pt x="1054" y="1222"/>
                </a:lnTo>
                <a:lnTo>
                  <a:pt x="1058" y="1233"/>
                </a:lnTo>
                <a:lnTo>
                  <a:pt x="1062" y="1245"/>
                </a:lnTo>
                <a:lnTo>
                  <a:pt x="1066" y="1258"/>
                </a:lnTo>
                <a:lnTo>
                  <a:pt x="1070" y="1272"/>
                </a:lnTo>
                <a:lnTo>
                  <a:pt x="1075" y="1289"/>
                </a:lnTo>
                <a:lnTo>
                  <a:pt x="1080" y="1307"/>
                </a:lnTo>
                <a:lnTo>
                  <a:pt x="1086" y="1328"/>
                </a:lnTo>
                <a:lnTo>
                  <a:pt x="1093" y="1352"/>
                </a:lnTo>
                <a:lnTo>
                  <a:pt x="1100" y="1378"/>
                </a:lnTo>
                <a:lnTo>
                  <a:pt x="1108" y="1408"/>
                </a:lnTo>
                <a:lnTo>
                  <a:pt x="1116" y="1436"/>
                </a:lnTo>
                <a:lnTo>
                  <a:pt x="1122" y="1464"/>
                </a:lnTo>
                <a:lnTo>
                  <a:pt x="1128" y="1491"/>
                </a:lnTo>
                <a:lnTo>
                  <a:pt x="1132" y="1516"/>
                </a:lnTo>
                <a:lnTo>
                  <a:pt x="1136" y="1541"/>
                </a:lnTo>
                <a:lnTo>
                  <a:pt x="1139" y="1565"/>
                </a:lnTo>
                <a:lnTo>
                  <a:pt x="1142" y="1588"/>
                </a:lnTo>
                <a:lnTo>
                  <a:pt x="1144" y="1610"/>
                </a:lnTo>
                <a:lnTo>
                  <a:pt x="1145" y="1631"/>
                </a:lnTo>
                <a:lnTo>
                  <a:pt x="1147" y="1651"/>
                </a:lnTo>
                <a:lnTo>
                  <a:pt x="1148" y="1670"/>
                </a:lnTo>
                <a:lnTo>
                  <a:pt x="1149" y="1688"/>
                </a:lnTo>
                <a:lnTo>
                  <a:pt x="1150" y="1706"/>
                </a:lnTo>
                <a:lnTo>
                  <a:pt x="1152" y="1722"/>
                </a:lnTo>
                <a:lnTo>
                  <a:pt x="1153" y="1738"/>
                </a:lnTo>
                <a:lnTo>
                  <a:pt x="1155" y="1753"/>
                </a:lnTo>
                <a:lnTo>
                  <a:pt x="1147" y="1754"/>
                </a:lnTo>
                <a:lnTo>
                  <a:pt x="1139" y="1755"/>
                </a:lnTo>
                <a:lnTo>
                  <a:pt x="1130" y="1756"/>
                </a:lnTo>
                <a:lnTo>
                  <a:pt x="1122" y="1757"/>
                </a:lnTo>
                <a:lnTo>
                  <a:pt x="1113" y="1758"/>
                </a:lnTo>
                <a:lnTo>
                  <a:pt x="1105" y="1759"/>
                </a:lnTo>
                <a:lnTo>
                  <a:pt x="1097" y="1760"/>
                </a:lnTo>
                <a:lnTo>
                  <a:pt x="1088" y="1761"/>
                </a:lnTo>
                <a:lnTo>
                  <a:pt x="1080" y="1763"/>
                </a:lnTo>
                <a:lnTo>
                  <a:pt x="1071" y="1764"/>
                </a:lnTo>
                <a:lnTo>
                  <a:pt x="1063" y="1765"/>
                </a:lnTo>
                <a:lnTo>
                  <a:pt x="1054" y="1766"/>
                </a:lnTo>
                <a:lnTo>
                  <a:pt x="1046" y="1767"/>
                </a:lnTo>
                <a:lnTo>
                  <a:pt x="1038" y="1768"/>
                </a:lnTo>
                <a:lnTo>
                  <a:pt x="1029" y="1769"/>
                </a:lnTo>
                <a:lnTo>
                  <a:pt x="1021" y="1770"/>
                </a:lnTo>
                <a:lnTo>
                  <a:pt x="991" y="1774"/>
                </a:lnTo>
                <a:lnTo>
                  <a:pt x="961" y="1778"/>
                </a:lnTo>
                <a:lnTo>
                  <a:pt x="932" y="1782"/>
                </a:lnTo>
                <a:lnTo>
                  <a:pt x="904" y="1785"/>
                </a:lnTo>
                <a:lnTo>
                  <a:pt x="877" y="1789"/>
                </a:lnTo>
                <a:lnTo>
                  <a:pt x="851" y="1792"/>
                </a:lnTo>
                <a:lnTo>
                  <a:pt x="827" y="1795"/>
                </a:lnTo>
                <a:lnTo>
                  <a:pt x="805" y="1798"/>
                </a:lnTo>
                <a:lnTo>
                  <a:pt x="784" y="1801"/>
                </a:lnTo>
                <a:lnTo>
                  <a:pt x="766" y="1804"/>
                </a:lnTo>
                <a:lnTo>
                  <a:pt x="750" y="1806"/>
                </a:lnTo>
                <a:lnTo>
                  <a:pt x="736" y="1808"/>
                </a:lnTo>
                <a:lnTo>
                  <a:pt x="725" y="1809"/>
                </a:lnTo>
                <a:lnTo>
                  <a:pt x="717" y="1810"/>
                </a:lnTo>
                <a:lnTo>
                  <a:pt x="712" y="1811"/>
                </a:lnTo>
                <a:lnTo>
                  <a:pt x="710" y="1811"/>
                </a:lnTo>
                <a:lnTo>
                  <a:pt x="708" y="1812"/>
                </a:lnTo>
                <a:lnTo>
                  <a:pt x="706" y="1812"/>
                </a:lnTo>
                <a:lnTo>
                  <a:pt x="703" y="1812"/>
                </a:lnTo>
                <a:lnTo>
                  <a:pt x="701" y="1813"/>
                </a:lnTo>
                <a:lnTo>
                  <a:pt x="698" y="1813"/>
                </a:lnTo>
                <a:lnTo>
                  <a:pt x="696" y="1814"/>
                </a:lnTo>
                <a:lnTo>
                  <a:pt x="694" y="1814"/>
                </a:lnTo>
                <a:lnTo>
                  <a:pt x="691" y="1815"/>
                </a:lnTo>
                <a:lnTo>
                  <a:pt x="689" y="1816"/>
                </a:lnTo>
                <a:lnTo>
                  <a:pt x="687" y="1816"/>
                </a:lnTo>
                <a:lnTo>
                  <a:pt x="685" y="1817"/>
                </a:lnTo>
                <a:lnTo>
                  <a:pt x="682" y="1818"/>
                </a:lnTo>
                <a:lnTo>
                  <a:pt x="680" y="1819"/>
                </a:lnTo>
                <a:lnTo>
                  <a:pt x="678" y="1819"/>
                </a:lnTo>
                <a:lnTo>
                  <a:pt x="675" y="1820"/>
                </a:lnTo>
                <a:lnTo>
                  <a:pt x="673" y="1821"/>
                </a:lnTo>
                <a:lnTo>
                  <a:pt x="673" y="1821"/>
                </a:lnTo>
                <a:lnTo>
                  <a:pt x="672" y="1822"/>
                </a:lnTo>
                <a:lnTo>
                  <a:pt x="671" y="1822"/>
                </a:lnTo>
                <a:lnTo>
                  <a:pt x="671" y="1822"/>
                </a:lnTo>
                <a:lnTo>
                  <a:pt x="670" y="1822"/>
                </a:lnTo>
                <a:lnTo>
                  <a:pt x="670" y="1823"/>
                </a:lnTo>
                <a:lnTo>
                  <a:pt x="669" y="1823"/>
                </a:lnTo>
                <a:lnTo>
                  <a:pt x="668" y="1823"/>
                </a:lnTo>
                <a:lnTo>
                  <a:pt x="668" y="1823"/>
                </a:lnTo>
                <a:lnTo>
                  <a:pt x="667" y="1824"/>
                </a:lnTo>
                <a:lnTo>
                  <a:pt x="667" y="1824"/>
                </a:lnTo>
                <a:lnTo>
                  <a:pt x="666" y="1824"/>
                </a:lnTo>
                <a:lnTo>
                  <a:pt x="666" y="1824"/>
                </a:lnTo>
                <a:lnTo>
                  <a:pt x="665" y="1825"/>
                </a:lnTo>
                <a:lnTo>
                  <a:pt x="664" y="1825"/>
                </a:lnTo>
                <a:lnTo>
                  <a:pt x="664" y="1825"/>
                </a:lnTo>
                <a:lnTo>
                  <a:pt x="662" y="1826"/>
                </a:lnTo>
                <a:lnTo>
                  <a:pt x="660" y="1827"/>
                </a:lnTo>
                <a:lnTo>
                  <a:pt x="658" y="1828"/>
                </a:lnTo>
                <a:lnTo>
                  <a:pt x="657" y="1828"/>
                </a:lnTo>
                <a:lnTo>
                  <a:pt x="655" y="1829"/>
                </a:lnTo>
                <a:lnTo>
                  <a:pt x="653" y="1830"/>
                </a:lnTo>
                <a:lnTo>
                  <a:pt x="651" y="1831"/>
                </a:lnTo>
                <a:lnTo>
                  <a:pt x="650" y="1832"/>
                </a:lnTo>
                <a:lnTo>
                  <a:pt x="648" y="1833"/>
                </a:lnTo>
                <a:lnTo>
                  <a:pt x="646" y="1834"/>
                </a:lnTo>
                <a:lnTo>
                  <a:pt x="645" y="1835"/>
                </a:lnTo>
                <a:lnTo>
                  <a:pt x="643" y="1836"/>
                </a:lnTo>
                <a:lnTo>
                  <a:pt x="641" y="1837"/>
                </a:lnTo>
                <a:lnTo>
                  <a:pt x="640" y="1838"/>
                </a:lnTo>
                <a:lnTo>
                  <a:pt x="638" y="1839"/>
                </a:lnTo>
                <a:lnTo>
                  <a:pt x="636" y="1840"/>
                </a:lnTo>
                <a:lnTo>
                  <a:pt x="636" y="1841"/>
                </a:lnTo>
                <a:lnTo>
                  <a:pt x="636" y="1841"/>
                </a:lnTo>
                <a:lnTo>
                  <a:pt x="635" y="1841"/>
                </a:lnTo>
                <a:lnTo>
                  <a:pt x="635" y="1841"/>
                </a:lnTo>
                <a:lnTo>
                  <a:pt x="635" y="1842"/>
                </a:lnTo>
                <a:lnTo>
                  <a:pt x="634" y="1842"/>
                </a:lnTo>
                <a:lnTo>
                  <a:pt x="634" y="1842"/>
                </a:lnTo>
                <a:lnTo>
                  <a:pt x="634" y="1842"/>
                </a:lnTo>
                <a:lnTo>
                  <a:pt x="633" y="1842"/>
                </a:lnTo>
                <a:lnTo>
                  <a:pt x="633" y="1843"/>
                </a:lnTo>
                <a:lnTo>
                  <a:pt x="632" y="1843"/>
                </a:lnTo>
                <a:lnTo>
                  <a:pt x="632" y="1843"/>
                </a:lnTo>
                <a:lnTo>
                  <a:pt x="632" y="1843"/>
                </a:lnTo>
                <a:lnTo>
                  <a:pt x="631" y="1844"/>
                </a:lnTo>
                <a:lnTo>
                  <a:pt x="631" y="1844"/>
                </a:lnTo>
                <a:lnTo>
                  <a:pt x="631" y="1844"/>
                </a:lnTo>
                <a:lnTo>
                  <a:pt x="629" y="1845"/>
                </a:lnTo>
                <a:lnTo>
                  <a:pt x="627" y="1847"/>
                </a:lnTo>
                <a:lnTo>
                  <a:pt x="625" y="1848"/>
                </a:lnTo>
                <a:lnTo>
                  <a:pt x="623" y="1850"/>
                </a:lnTo>
                <a:lnTo>
                  <a:pt x="622" y="1851"/>
                </a:lnTo>
                <a:lnTo>
                  <a:pt x="620" y="1853"/>
                </a:lnTo>
                <a:lnTo>
                  <a:pt x="618" y="1854"/>
                </a:lnTo>
                <a:lnTo>
                  <a:pt x="617" y="1856"/>
                </a:lnTo>
                <a:lnTo>
                  <a:pt x="615" y="1858"/>
                </a:lnTo>
                <a:lnTo>
                  <a:pt x="613" y="1859"/>
                </a:lnTo>
                <a:lnTo>
                  <a:pt x="612" y="1861"/>
                </a:lnTo>
                <a:lnTo>
                  <a:pt x="610" y="1862"/>
                </a:lnTo>
                <a:lnTo>
                  <a:pt x="609" y="1864"/>
                </a:lnTo>
                <a:lnTo>
                  <a:pt x="607" y="1866"/>
                </a:lnTo>
                <a:lnTo>
                  <a:pt x="606" y="1868"/>
                </a:lnTo>
                <a:lnTo>
                  <a:pt x="604" y="1869"/>
                </a:lnTo>
                <a:lnTo>
                  <a:pt x="604" y="1870"/>
                </a:lnTo>
                <a:lnTo>
                  <a:pt x="603" y="1870"/>
                </a:lnTo>
                <a:lnTo>
                  <a:pt x="603" y="1871"/>
                </a:lnTo>
                <a:lnTo>
                  <a:pt x="603" y="1871"/>
                </a:lnTo>
                <a:lnTo>
                  <a:pt x="602" y="1872"/>
                </a:lnTo>
                <a:lnTo>
                  <a:pt x="602" y="1872"/>
                </a:lnTo>
                <a:lnTo>
                  <a:pt x="601" y="1873"/>
                </a:lnTo>
                <a:lnTo>
                  <a:pt x="601" y="1873"/>
                </a:lnTo>
                <a:lnTo>
                  <a:pt x="601" y="1874"/>
                </a:lnTo>
                <a:lnTo>
                  <a:pt x="600" y="1874"/>
                </a:lnTo>
                <a:lnTo>
                  <a:pt x="600" y="1875"/>
                </a:lnTo>
                <a:lnTo>
                  <a:pt x="600" y="1875"/>
                </a:lnTo>
                <a:lnTo>
                  <a:pt x="599" y="1876"/>
                </a:lnTo>
                <a:lnTo>
                  <a:pt x="599" y="1876"/>
                </a:lnTo>
                <a:lnTo>
                  <a:pt x="598" y="1877"/>
                </a:lnTo>
                <a:lnTo>
                  <a:pt x="598" y="1877"/>
                </a:lnTo>
                <a:lnTo>
                  <a:pt x="597" y="1879"/>
                </a:lnTo>
                <a:lnTo>
                  <a:pt x="596" y="1880"/>
                </a:lnTo>
                <a:lnTo>
                  <a:pt x="594" y="1882"/>
                </a:lnTo>
                <a:lnTo>
                  <a:pt x="593" y="1884"/>
                </a:lnTo>
                <a:lnTo>
                  <a:pt x="592" y="1885"/>
                </a:lnTo>
                <a:lnTo>
                  <a:pt x="591" y="1887"/>
                </a:lnTo>
                <a:lnTo>
                  <a:pt x="590" y="1889"/>
                </a:lnTo>
                <a:lnTo>
                  <a:pt x="589" y="1890"/>
                </a:lnTo>
                <a:lnTo>
                  <a:pt x="588" y="1892"/>
                </a:lnTo>
                <a:lnTo>
                  <a:pt x="587" y="1894"/>
                </a:lnTo>
                <a:lnTo>
                  <a:pt x="586" y="1896"/>
                </a:lnTo>
                <a:lnTo>
                  <a:pt x="585" y="1897"/>
                </a:lnTo>
                <a:lnTo>
                  <a:pt x="584" y="1899"/>
                </a:lnTo>
                <a:lnTo>
                  <a:pt x="583" y="1901"/>
                </a:lnTo>
                <a:lnTo>
                  <a:pt x="582" y="1903"/>
                </a:lnTo>
                <a:lnTo>
                  <a:pt x="581" y="1905"/>
                </a:lnTo>
                <a:lnTo>
                  <a:pt x="581" y="1905"/>
                </a:lnTo>
                <a:lnTo>
                  <a:pt x="581" y="1905"/>
                </a:lnTo>
                <a:lnTo>
                  <a:pt x="580" y="1905"/>
                </a:lnTo>
                <a:lnTo>
                  <a:pt x="580" y="1906"/>
                </a:lnTo>
                <a:lnTo>
                  <a:pt x="580" y="1906"/>
                </a:lnTo>
                <a:lnTo>
                  <a:pt x="580" y="1906"/>
                </a:lnTo>
                <a:lnTo>
                  <a:pt x="580" y="1906"/>
                </a:lnTo>
                <a:lnTo>
                  <a:pt x="580" y="1907"/>
                </a:lnTo>
                <a:lnTo>
                  <a:pt x="579" y="1907"/>
                </a:lnTo>
                <a:lnTo>
                  <a:pt x="579" y="1907"/>
                </a:lnTo>
                <a:lnTo>
                  <a:pt x="579" y="1907"/>
                </a:lnTo>
                <a:lnTo>
                  <a:pt x="579" y="1908"/>
                </a:lnTo>
                <a:lnTo>
                  <a:pt x="579" y="1908"/>
                </a:lnTo>
                <a:lnTo>
                  <a:pt x="579" y="1908"/>
                </a:lnTo>
                <a:lnTo>
                  <a:pt x="578" y="1908"/>
                </a:lnTo>
                <a:lnTo>
                  <a:pt x="578" y="1909"/>
                </a:lnTo>
                <a:lnTo>
                  <a:pt x="89" y="3039"/>
                </a:lnTo>
                <a:lnTo>
                  <a:pt x="334" y="3154"/>
                </a:lnTo>
                <a:lnTo>
                  <a:pt x="507" y="2872"/>
                </a:lnTo>
                <a:lnTo>
                  <a:pt x="514" y="3173"/>
                </a:lnTo>
                <a:lnTo>
                  <a:pt x="761" y="3195"/>
                </a:lnTo>
                <a:lnTo>
                  <a:pt x="896" y="21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6" name="Freeform 1006"/>
          <p:cNvSpPr/>
          <p:nvPr/>
        </p:nvSpPr>
        <p:spPr>
          <a:xfrm>
            <a:off x="3061030" y="2782900"/>
            <a:ext cx="966635" cy="843448"/>
          </a:xfrm>
          <a:custGeom>
            <a:avLst/>
            <a:gdLst/>
            <a:ahLst/>
            <a:cxnLst/>
            <a:rect l="l" t="t" r="r" b="b"/>
            <a:pathLst>
              <a:path w="1015" h="886">
                <a:moveTo>
                  <a:pt x="327" y="746"/>
                </a:moveTo>
                <a:lnTo>
                  <a:pt x="327" y="886"/>
                </a:lnTo>
                <a:lnTo>
                  <a:pt x="1015" y="886"/>
                </a:lnTo>
                <a:lnTo>
                  <a:pt x="1015" y="729"/>
                </a:lnTo>
                <a:lnTo>
                  <a:pt x="348" y="729"/>
                </a:lnTo>
                <a:lnTo>
                  <a:pt x="151" y="0"/>
                </a:lnTo>
                <a:lnTo>
                  <a:pt x="0" y="41"/>
                </a:lnTo>
                <a:lnTo>
                  <a:pt x="199" y="78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7" name="Freeform 1007"/>
          <p:cNvSpPr/>
          <p:nvPr/>
        </p:nvSpPr>
        <p:spPr>
          <a:xfrm>
            <a:off x="2921003" y="3690461"/>
            <a:ext cx="1738398" cy="200587"/>
          </a:xfrm>
          <a:custGeom>
            <a:avLst/>
            <a:gdLst/>
            <a:ahLst/>
            <a:cxnLst/>
            <a:rect l="l" t="t" r="r" b="b"/>
            <a:pathLst>
              <a:path w="1825" h="211">
                <a:moveTo>
                  <a:pt x="0" y="0"/>
                </a:moveTo>
                <a:lnTo>
                  <a:pt x="1825" y="0"/>
                </a:lnTo>
                <a:lnTo>
                  <a:pt x="1825" y="211"/>
                </a:lnTo>
                <a:lnTo>
                  <a:pt x="0" y="2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8" name="Freeform 1008"/>
          <p:cNvSpPr/>
          <p:nvPr/>
        </p:nvSpPr>
        <p:spPr>
          <a:xfrm>
            <a:off x="4941008" y="3089519"/>
            <a:ext cx="1063266" cy="2263283"/>
          </a:xfrm>
          <a:custGeom>
            <a:avLst/>
            <a:gdLst/>
            <a:ahLst/>
            <a:cxnLst/>
            <a:rect l="l" t="t" r="r" b="b"/>
            <a:pathLst>
              <a:path w="1116" h="2376">
                <a:moveTo>
                  <a:pt x="993" y="0"/>
                </a:moveTo>
                <a:lnTo>
                  <a:pt x="981" y="1"/>
                </a:lnTo>
                <a:lnTo>
                  <a:pt x="968" y="2"/>
                </a:lnTo>
                <a:lnTo>
                  <a:pt x="957" y="6"/>
                </a:lnTo>
                <a:lnTo>
                  <a:pt x="945" y="10"/>
                </a:lnTo>
                <a:lnTo>
                  <a:pt x="935" y="15"/>
                </a:lnTo>
                <a:lnTo>
                  <a:pt x="925" y="21"/>
                </a:lnTo>
                <a:lnTo>
                  <a:pt x="915" y="28"/>
                </a:lnTo>
                <a:lnTo>
                  <a:pt x="906" y="36"/>
                </a:lnTo>
                <a:lnTo>
                  <a:pt x="898" y="45"/>
                </a:lnTo>
                <a:lnTo>
                  <a:pt x="891" y="54"/>
                </a:lnTo>
                <a:lnTo>
                  <a:pt x="885" y="64"/>
                </a:lnTo>
                <a:lnTo>
                  <a:pt x="880" y="75"/>
                </a:lnTo>
                <a:lnTo>
                  <a:pt x="876" y="86"/>
                </a:lnTo>
                <a:lnTo>
                  <a:pt x="873" y="98"/>
                </a:lnTo>
                <a:lnTo>
                  <a:pt x="871" y="110"/>
                </a:lnTo>
                <a:lnTo>
                  <a:pt x="870" y="123"/>
                </a:lnTo>
                <a:lnTo>
                  <a:pt x="870" y="836"/>
                </a:lnTo>
                <a:lnTo>
                  <a:pt x="871" y="847"/>
                </a:lnTo>
                <a:lnTo>
                  <a:pt x="872" y="857"/>
                </a:lnTo>
                <a:lnTo>
                  <a:pt x="874" y="866"/>
                </a:lnTo>
                <a:lnTo>
                  <a:pt x="877" y="876"/>
                </a:lnTo>
                <a:lnTo>
                  <a:pt x="880" y="885"/>
                </a:lnTo>
                <a:lnTo>
                  <a:pt x="885" y="894"/>
                </a:lnTo>
                <a:lnTo>
                  <a:pt x="890" y="902"/>
                </a:lnTo>
                <a:lnTo>
                  <a:pt x="895" y="910"/>
                </a:lnTo>
                <a:lnTo>
                  <a:pt x="901" y="917"/>
                </a:lnTo>
                <a:lnTo>
                  <a:pt x="908" y="924"/>
                </a:lnTo>
                <a:lnTo>
                  <a:pt x="915" y="931"/>
                </a:lnTo>
                <a:lnTo>
                  <a:pt x="923" y="936"/>
                </a:lnTo>
                <a:lnTo>
                  <a:pt x="931" y="942"/>
                </a:lnTo>
                <a:lnTo>
                  <a:pt x="939" y="946"/>
                </a:lnTo>
                <a:lnTo>
                  <a:pt x="948" y="950"/>
                </a:lnTo>
                <a:lnTo>
                  <a:pt x="957" y="953"/>
                </a:lnTo>
                <a:lnTo>
                  <a:pt x="957" y="1070"/>
                </a:lnTo>
                <a:lnTo>
                  <a:pt x="957" y="1087"/>
                </a:lnTo>
                <a:lnTo>
                  <a:pt x="957" y="1103"/>
                </a:lnTo>
                <a:lnTo>
                  <a:pt x="957" y="1118"/>
                </a:lnTo>
                <a:lnTo>
                  <a:pt x="956" y="1132"/>
                </a:lnTo>
                <a:lnTo>
                  <a:pt x="955" y="1145"/>
                </a:lnTo>
                <a:lnTo>
                  <a:pt x="954" y="1156"/>
                </a:lnTo>
                <a:lnTo>
                  <a:pt x="953" y="1167"/>
                </a:lnTo>
                <a:lnTo>
                  <a:pt x="952" y="1177"/>
                </a:lnTo>
                <a:lnTo>
                  <a:pt x="951" y="1185"/>
                </a:lnTo>
                <a:lnTo>
                  <a:pt x="949" y="1193"/>
                </a:lnTo>
                <a:lnTo>
                  <a:pt x="947" y="1200"/>
                </a:lnTo>
                <a:lnTo>
                  <a:pt x="945" y="1206"/>
                </a:lnTo>
                <a:lnTo>
                  <a:pt x="943" y="1210"/>
                </a:lnTo>
                <a:lnTo>
                  <a:pt x="941" y="1215"/>
                </a:lnTo>
                <a:lnTo>
                  <a:pt x="939" y="1218"/>
                </a:lnTo>
                <a:lnTo>
                  <a:pt x="937" y="1220"/>
                </a:lnTo>
                <a:lnTo>
                  <a:pt x="936" y="1222"/>
                </a:lnTo>
                <a:lnTo>
                  <a:pt x="935" y="1223"/>
                </a:lnTo>
                <a:lnTo>
                  <a:pt x="933" y="1224"/>
                </a:lnTo>
                <a:lnTo>
                  <a:pt x="932" y="1226"/>
                </a:lnTo>
                <a:lnTo>
                  <a:pt x="930" y="1227"/>
                </a:lnTo>
                <a:lnTo>
                  <a:pt x="927" y="1228"/>
                </a:lnTo>
                <a:lnTo>
                  <a:pt x="925" y="1229"/>
                </a:lnTo>
                <a:lnTo>
                  <a:pt x="922" y="1230"/>
                </a:lnTo>
                <a:lnTo>
                  <a:pt x="919" y="1231"/>
                </a:lnTo>
                <a:lnTo>
                  <a:pt x="915" y="1232"/>
                </a:lnTo>
                <a:lnTo>
                  <a:pt x="912" y="1233"/>
                </a:lnTo>
                <a:lnTo>
                  <a:pt x="907" y="1233"/>
                </a:lnTo>
                <a:lnTo>
                  <a:pt x="903" y="1234"/>
                </a:lnTo>
                <a:lnTo>
                  <a:pt x="898" y="1235"/>
                </a:lnTo>
                <a:lnTo>
                  <a:pt x="893" y="1235"/>
                </a:lnTo>
                <a:lnTo>
                  <a:pt x="888" y="1236"/>
                </a:lnTo>
                <a:lnTo>
                  <a:pt x="885" y="1226"/>
                </a:lnTo>
                <a:lnTo>
                  <a:pt x="881" y="1218"/>
                </a:lnTo>
                <a:lnTo>
                  <a:pt x="876" y="1209"/>
                </a:lnTo>
                <a:lnTo>
                  <a:pt x="871" y="1201"/>
                </a:lnTo>
                <a:lnTo>
                  <a:pt x="865" y="1194"/>
                </a:lnTo>
                <a:lnTo>
                  <a:pt x="859" y="1187"/>
                </a:lnTo>
                <a:lnTo>
                  <a:pt x="852" y="1180"/>
                </a:lnTo>
                <a:lnTo>
                  <a:pt x="844" y="1174"/>
                </a:lnTo>
                <a:lnTo>
                  <a:pt x="836" y="1168"/>
                </a:lnTo>
                <a:lnTo>
                  <a:pt x="828" y="1164"/>
                </a:lnTo>
                <a:lnTo>
                  <a:pt x="819" y="1159"/>
                </a:lnTo>
                <a:lnTo>
                  <a:pt x="810" y="1156"/>
                </a:lnTo>
                <a:lnTo>
                  <a:pt x="801" y="1153"/>
                </a:lnTo>
                <a:lnTo>
                  <a:pt x="791" y="1151"/>
                </a:lnTo>
                <a:lnTo>
                  <a:pt x="781" y="1150"/>
                </a:lnTo>
                <a:lnTo>
                  <a:pt x="771" y="1150"/>
                </a:lnTo>
                <a:lnTo>
                  <a:pt x="757" y="1150"/>
                </a:lnTo>
                <a:lnTo>
                  <a:pt x="750" y="1156"/>
                </a:lnTo>
                <a:lnTo>
                  <a:pt x="742" y="1163"/>
                </a:lnTo>
                <a:lnTo>
                  <a:pt x="734" y="1169"/>
                </a:lnTo>
                <a:lnTo>
                  <a:pt x="725" y="1174"/>
                </a:lnTo>
                <a:lnTo>
                  <a:pt x="716" y="1180"/>
                </a:lnTo>
                <a:lnTo>
                  <a:pt x="707" y="1185"/>
                </a:lnTo>
                <a:lnTo>
                  <a:pt x="697" y="1189"/>
                </a:lnTo>
                <a:lnTo>
                  <a:pt x="688" y="1194"/>
                </a:lnTo>
                <a:lnTo>
                  <a:pt x="677" y="1197"/>
                </a:lnTo>
                <a:lnTo>
                  <a:pt x="667" y="1201"/>
                </a:lnTo>
                <a:lnTo>
                  <a:pt x="656" y="1204"/>
                </a:lnTo>
                <a:lnTo>
                  <a:pt x="645" y="1207"/>
                </a:lnTo>
                <a:lnTo>
                  <a:pt x="633" y="1209"/>
                </a:lnTo>
                <a:lnTo>
                  <a:pt x="622" y="1211"/>
                </a:lnTo>
                <a:lnTo>
                  <a:pt x="610" y="1212"/>
                </a:lnTo>
                <a:lnTo>
                  <a:pt x="598" y="1214"/>
                </a:lnTo>
                <a:lnTo>
                  <a:pt x="52" y="1279"/>
                </a:lnTo>
                <a:lnTo>
                  <a:pt x="37" y="1393"/>
                </a:lnTo>
                <a:lnTo>
                  <a:pt x="38" y="1394"/>
                </a:lnTo>
                <a:lnTo>
                  <a:pt x="40" y="1394"/>
                </a:lnTo>
                <a:lnTo>
                  <a:pt x="41" y="1394"/>
                </a:lnTo>
                <a:lnTo>
                  <a:pt x="42" y="1394"/>
                </a:lnTo>
                <a:lnTo>
                  <a:pt x="43" y="1394"/>
                </a:lnTo>
                <a:lnTo>
                  <a:pt x="45" y="1395"/>
                </a:lnTo>
                <a:lnTo>
                  <a:pt x="46" y="1395"/>
                </a:lnTo>
                <a:lnTo>
                  <a:pt x="47" y="1395"/>
                </a:lnTo>
                <a:lnTo>
                  <a:pt x="49" y="1395"/>
                </a:lnTo>
                <a:lnTo>
                  <a:pt x="50" y="1395"/>
                </a:lnTo>
                <a:lnTo>
                  <a:pt x="51" y="1395"/>
                </a:lnTo>
                <a:lnTo>
                  <a:pt x="52" y="1395"/>
                </a:lnTo>
                <a:lnTo>
                  <a:pt x="54" y="1395"/>
                </a:lnTo>
                <a:lnTo>
                  <a:pt x="55" y="1395"/>
                </a:lnTo>
                <a:lnTo>
                  <a:pt x="56" y="1395"/>
                </a:lnTo>
                <a:lnTo>
                  <a:pt x="58" y="1395"/>
                </a:lnTo>
                <a:lnTo>
                  <a:pt x="395" y="1395"/>
                </a:lnTo>
                <a:lnTo>
                  <a:pt x="395" y="1912"/>
                </a:lnTo>
                <a:lnTo>
                  <a:pt x="364" y="1916"/>
                </a:lnTo>
                <a:lnTo>
                  <a:pt x="334" y="1922"/>
                </a:lnTo>
                <a:lnTo>
                  <a:pt x="305" y="1930"/>
                </a:lnTo>
                <a:lnTo>
                  <a:pt x="277" y="1941"/>
                </a:lnTo>
                <a:lnTo>
                  <a:pt x="251" y="1954"/>
                </a:lnTo>
                <a:lnTo>
                  <a:pt x="225" y="1969"/>
                </a:lnTo>
                <a:lnTo>
                  <a:pt x="201" y="1985"/>
                </a:lnTo>
                <a:lnTo>
                  <a:pt x="178" y="2004"/>
                </a:lnTo>
                <a:lnTo>
                  <a:pt x="157" y="2024"/>
                </a:lnTo>
                <a:lnTo>
                  <a:pt x="137" y="2046"/>
                </a:lnTo>
                <a:lnTo>
                  <a:pt x="119" y="2069"/>
                </a:lnTo>
                <a:lnTo>
                  <a:pt x="103" y="2094"/>
                </a:lnTo>
                <a:lnTo>
                  <a:pt x="89" y="2120"/>
                </a:lnTo>
                <a:lnTo>
                  <a:pt x="77" y="2147"/>
                </a:lnTo>
                <a:lnTo>
                  <a:pt x="66" y="2175"/>
                </a:lnTo>
                <a:lnTo>
                  <a:pt x="59" y="2204"/>
                </a:lnTo>
                <a:lnTo>
                  <a:pt x="52" y="2207"/>
                </a:lnTo>
                <a:lnTo>
                  <a:pt x="46" y="2210"/>
                </a:lnTo>
                <a:lnTo>
                  <a:pt x="41" y="2213"/>
                </a:lnTo>
                <a:lnTo>
                  <a:pt x="35" y="2217"/>
                </a:lnTo>
                <a:lnTo>
                  <a:pt x="30" y="2221"/>
                </a:lnTo>
                <a:lnTo>
                  <a:pt x="25" y="2226"/>
                </a:lnTo>
                <a:lnTo>
                  <a:pt x="21" y="2231"/>
                </a:lnTo>
                <a:lnTo>
                  <a:pt x="17" y="2236"/>
                </a:lnTo>
                <a:lnTo>
                  <a:pt x="13" y="2242"/>
                </a:lnTo>
                <a:lnTo>
                  <a:pt x="10" y="2247"/>
                </a:lnTo>
                <a:lnTo>
                  <a:pt x="7" y="2253"/>
                </a:lnTo>
                <a:lnTo>
                  <a:pt x="4" y="2260"/>
                </a:lnTo>
                <a:lnTo>
                  <a:pt x="2" y="2266"/>
                </a:lnTo>
                <a:lnTo>
                  <a:pt x="1" y="2273"/>
                </a:lnTo>
                <a:lnTo>
                  <a:pt x="0" y="2280"/>
                </a:lnTo>
                <a:lnTo>
                  <a:pt x="0" y="2287"/>
                </a:lnTo>
                <a:lnTo>
                  <a:pt x="0" y="2296"/>
                </a:lnTo>
                <a:lnTo>
                  <a:pt x="2" y="2305"/>
                </a:lnTo>
                <a:lnTo>
                  <a:pt x="4" y="2314"/>
                </a:lnTo>
                <a:lnTo>
                  <a:pt x="7" y="2322"/>
                </a:lnTo>
                <a:lnTo>
                  <a:pt x="11" y="2330"/>
                </a:lnTo>
                <a:lnTo>
                  <a:pt x="15" y="2337"/>
                </a:lnTo>
                <a:lnTo>
                  <a:pt x="20" y="2344"/>
                </a:lnTo>
                <a:lnTo>
                  <a:pt x="26" y="2350"/>
                </a:lnTo>
                <a:lnTo>
                  <a:pt x="32" y="2356"/>
                </a:lnTo>
                <a:lnTo>
                  <a:pt x="39" y="2361"/>
                </a:lnTo>
                <a:lnTo>
                  <a:pt x="47" y="2365"/>
                </a:lnTo>
                <a:lnTo>
                  <a:pt x="54" y="2369"/>
                </a:lnTo>
                <a:lnTo>
                  <a:pt x="62" y="2372"/>
                </a:lnTo>
                <a:lnTo>
                  <a:pt x="71" y="2374"/>
                </a:lnTo>
                <a:lnTo>
                  <a:pt x="80" y="2376"/>
                </a:lnTo>
                <a:lnTo>
                  <a:pt x="89" y="2376"/>
                </a:lnTo>
                <a:lnTo>
                  <a:pt x="98" y="2376"/>
                </a:lnTo>
                <a:lnTo>
                  <a:pt x="107" y="2374"/>
                </a:lnTo>
                <a:lnTo>
                  <a:pt x="115" y="2372"/>
                </a:lnTo>
                <a:lnTo>
                  <a:pt x="123" y="2369"/>
                </a:lnTo>
                <a:lnTo>
                  <a:pt x="131" y="2365"/>
                </a:lnTo>
                <a:lnTo>
                  <a:pt x="139" y="2361"/>
                </a:lnTo>
                <a:lnTo>
                  <a:pt x="145" y="2356"/>
                </a:lnTo>
                <a:lnTo>
                  <a:pt x="152" y="2350"/>
                </a:lnTo>
                <a:lnTo>
                  <a:pt x="157" y="2344"/>
                </a:lnTo>
                <a:lnTo>
                  <a:pt x="163" y="2337"/>
                </a:lnTo>
                <a:lnTo>
                  <a:pt x="167" y="2330"/>
                </a:lnTo>
                <a:lnTo>
                  <a:pt x="171" y="2322"/>
                </a:lnTo>
                <a:lnTo>
                  <a:pt x="174" y="2314"/>
                </a:lnTo>
                <a:lnTo>
                  <a:pt x="176" y="2305"/>
                </a:lnTo>
                <a:lnTo>
                  <a:pt x="177" y="2296"/>
                </a:lnTo>
                <a:lnTo>
                  <a:pt x="178" y="2287"/>
                </a:lnTo>
                <a:lnTo>
                  <a:pt x="178" y="2282"/>
                </a:lnTo>
                <a:lnTo>
                  <a:pt x="177" y="2276"/>
                </a:lnTo>
                <a:lnTo>
                  <a:pt x="176" y="2271"/>
                </a:lnTo>
                <a:lnTo>
                  <a:pt x="175" y="2265"/>
                </a:lnTo>
                <a:lnTo>
                  <a:pt x="174" y="2260"/>
                </a:lnTo>
                <a:lnTo>
                  <a:pt x="172" y="2255"/>
                </a:lnTo>
                <a:lnTo>
                  <a:pt x="170" y="2250"/>
                </a:lnTo>
                <a:lnTo>
                  <a:pt x="167" y="2245"/>
                </a:lnTo>
                <a:lnTo>
                  <a:pt x="164" y="2241"/>
                </a:lnTo>
                <a:lnTo>
                  <a:pt x="162" y="2236"/>
                </a:lnTo>
                <a:lnTo>
                  <a:pt x="158" y="2232"/>
                </a:lnTo>
                <a:lnTo>
                  <a:pt x="155" y="2228"/>
                </a:lnTo>
                <a:lnTo>
                  <a:pt x="151" y="2224"/>
                </a:lnTo>
                <a:lnTo>
                  <a:pt x="147" y="2221"/>
                </a:lnTo>
                <a:lnTo>
                  <a:pt x="143" y="2217"/>
                </a:lnTo>
                <a:lnTo>
                  <a:pt x="139" y="2214"/>
                </a:lnTo>
                <a:lnTo>
                  <a:pt x="145" y="2192"/>
                </a:lnTo>
                <a:lnTo>
                  <a:pt x="154" y="2171"/>
                </a:lnTo>
                <a:lnTo>
                  <a:pt x="163" y="2151"/>
                </a:lnTo>
                <a:lnTo>
                  <a:pt x="174" y="2131"/>
                </a:lnTo>
                <a:lnTo>
                  <a:pt x="187" y="2113"/>
                </a:lnTo>
                <a:lnTo>
                  <a:pt x="200" y="2095"/>
                </a:lnTo>
                <a:lnTo>
                  <a:pt x="215" y="2079"/>
                </a:lnTo>
                <a:lnTo>
                  <a:pt x="231" y="2064"/>
                </a:lnTo>
                <a:lnTo>
                  <a:pt x="249" y="2050"/>
                </a:lnTo>
                <a:lnTo>
                  <a:pt x="267" y="2038"/>
                </a:lnTo>
                <a:lnTo>
                  <a:pt x="286" y="2026"/>
                </a:lnTo>
                <a:lnTo>
                  <a:pt x="306" y="2016"/>
                </a:lnTo>
                <a:lnTo>
                  <a:pt x="327" y="2008"/>
                </a:lnTo>
                <a:lnTo>
                  <a:pt x="349" y="2001"/>
                </a:lnTo>
                <a:lnTo>
                  <a:pt x="372" y="1996"/>
                </a:lnTo>
                <a:lnTo>
                  <a:pt x="395" y="1993"/>
                </a:lnTo>
                <a:lnTo>
                  <a:pt x="395" y="2205"/>
                </a:lnTo>
                <a:lnTo>
                  <a:pt x="388" y="2207"/>
                </a:lnTo>
                <a:lnTo>
                  <a:pt x="383" y="2210"/>
                </a:lnTo>
                <a:lnTo>
                  <a:pt x="377" y="2214"/>
                </a:lnTo>
                <a:lnTo>
                  <a:pt x="372" y="2218"/>
                </a:lnTo>
                <a:lnTo>
                  <a:pt x="367" y="2222"/>
                </a:lnTo>
                <a:lnTo>
                  <a:pt x="362" y="2226"/>
                </a:lnTo>
                <a:lnTo>
                  <a:pt x="358" y="2231"/>
                </a:lnTo>
                <a:lnTo>
                  <a:pt x="354" y="2237"/>
                </a:lnTo>
                <a:lnTo>
                  <a:pt x="350" y="2242"/>
                </a:lnTo>
                <a:lnTo>
                  <a:pt x="347" y="2248"/>
                </a:lnTo>
                <a:lnTo>
                  <a:pt x="344" y="2254"/>
                </a:lnTo>
                <a:lnTo>
                  <a:pt x="342" y="2260"/>
                </a:lnTo>
                <a:lnTo>
                  <a:pt x="340" y="2267"/>
                </a:lnTo>
                <a:lnTo>
                  <a:pt x="339" y="2273"/>
                </a:lnTo>
                <a:lnTo>
                  <a:pt x="338" y="2280"/>
                </a:lnTo>
                <a:lnTo>
                  <a:pt x="338" y="2287"/>
                </a:lnTo>
                <a:lnTo>
                  <a:pt x="338" y="2296"/>
                </a:lnTo>
                <a:lnTo>
                  <a:pt x="339" y="2305"/>
                </a:lnTo>
                <a:lnTo>
                  <a:pt x="342" y="2314"/>
                </a:lnTo>
                <a:lnTo>
                  <a:pt x="345" y="2322"/>
                </a:lnTo>
                <a:lnTo>
                  <a:pt x="348" y="2330"/>
                </a:lnTo>
                <a:lnTo>
                  <a:pt x="353" y="2337"/>
                </a:lnTo>
                <a:lnTo>
                  <a:pt x="358" y="2344"/>
                </a:lnTo>
                <a:lnTo>
                  <a:pt x="364" y="2350"/>
                </a:lnTo>
                <a:lnTo>
                  <a:pt x="370" y="2356"/>
                </a:lnTo>
                <a:lnTo>
                  <a:pt x="377" y="2361"/>
                </a:lnTo>
                <a:lnTo>
                  <a:pt x="384" y="2365"/>
                </a:lnTo>
                <a:lnTo>
                  <a:pt x="392" y="2369"/>
                </a:lnTo>
                <a:lnTo>
                  <a:pt x="400" y="2372"/>
                </a:lnTo>
                <a:lnTo>
                  <a:pt x="408" y="2374"/>
                </a:lnTo>
                <a:lnTo>
                  <a:pt x="417" y="2376"/>
                </a:lnTo>
                <a:lnTo>
                  <a:pt x="426" y="2376"/>
                </a:lnTo>
                <a:lnTo>
                  <a:pt x="435" y="2376"/>
                </a:lnTo>
                <a:lnTo>
                  <a:pt x="444" y="2374"/>
                </a:lnTo>
                <a:lnTo>
                  <a:pt x="453" y="2372"/>
                </a:lnTo>
                <a:lnTo>
                  <a:pt x="461" y="2369"/>
                </a:lnTo>
                <a:lnTo>
                  <a:pt x="469" y="2365"/>
                </a:lnTo>
                <a:lnTo>
                  <a:pt x="476" y="2361"/>
                </a:lnTo>
                <a:lnTo>
                  <a:pt x="483" y="2356"/>
                </a:lnTo>
                <a:lnTo>
                  <a:pt x="489" y="2350"/>
                </a:lnTo>
                <a:lnTo>
                  <a:pt x="495" y="2344"/>
                </a:lnTo>
                <a:lnTo>
                  <a:pt x="500" y="2337"/>
                </a:lnTo>
                <a:lnTo>
                  <a:pt x="504" y="2330"/>
                </a:lnTo>
                <a:lnTo>
                  <a:pt x="508" y="2322"/>
                </a:lnTo>
                <a:lnTo>
                  <a:pt x="511" y="2314"/>
                </a:lnTo>
                <a:lnTo>
                  <a:pt x="513" y="2305"/>
                </a:lnTo>
                <a:lnTo>
                  <a:pt x="515" y="2296"/>
                </a:lnTo>
                <a:lnTo>
                  <a:pt x="515" y="2287"/>
                </a:lnTo>
                <a:lnTo>
                  <a:pt x="515" y="2280"/>
                </a:lnTo>
                <a:lnTo>
                  <a:pt x="514" y="2273"/>
                </a:lnTo>
                <a:lnTo>
                  <a:pt x="513" y="2267"/>
                </a:lnTo>
                <a:lnTo>
                  <a:pt x="511" y="2260"/>
                </a:lnTo>
                <a:lnTo>
                  <a:pt x="509" y="2254"/>
                </a:lnTo>
                <a:lnTo>
                  <a:pt x="506" y="2248"/>
                </a:lnTo>
                <a:lnTo>
                  <a:pt x="503" y="2242"/>
                </a:lnTo>
                <a:lnTo>
                  <a:pt x="499" y="2237"/>
                </a:lnTo>
                <a:lnTo>
                  <a:pt x="495" y="2231"/>
                </a:lnTo>
                <a:lnTo>
                  <a:pt x="491" y="2226"/>
                </a:lnTo>
                <a:lnTo>
                  <a:pt x="486" y="2222"/>
                </a:lnTo>
                <a:lnTo>
                  <a:pt x="481" y="2218"/>
                </a:lnTo>
                <a:lnTo>
                  <a:pt x="476" y="2214"/>
                </a:lnTo>
                <a:lnTo>
                  <a:pt x="470" y="2210"/>
                </a:lnTo>
                <a:lnTo>
                  <a:pt x="464" y="2207"/>
                </a:lnTo>
                <a:lnTo>
                  <a:pt x="458" y="2205"/>
                </a:lnTo>
                <a:lnTo>
                  <a:pt x="458" y="1993"/>
                </a:lnTo>
                <a:lnTo>
                  <a:pt x="481" y="1996"/>
                </a:lnTo>
                <a:lnTo>
                  <a:pt x="504" y="2001"/>
                </a:lnTo>
                <a:lnTo>
                  <a:pt x="525" y="2008"/>
                </a:lnTo>
                <a:lnTo>
                  <a:pt x="546" y="2016"/>
                </a:lnTo>
                <a:lnTo>
                  <a:pt x="566" y="2026"/>
                </a:lnTo>
                <a:lnTo>
                  <a:pt x="586" y="2038"/>
                </a:lnTo>
                <a:lnTo>
                  <a:pt x="604" y="2050"/>
                </a:lnTo>
                <a:lnTo>
                  <a:pt x="621" y="2064"/>
                </a:lnTo>
                <a:lnTo>
                  <a:pt x="637" y="2079"/>
                </a:lnTo>
                <a:lnTo>
                  <a:pt x="652" y="2096"/>
                </a:lnTo>
                <a:lnTo>
                  <a:pt x="666" y="2113"/>
                </a:lnTo>
                <a:lnTo>
                  <a:pt x="678" y="2131"/>
                </a:lnTo>
                <a:lnTo>
                  <a:pt x="690" y="2151"/>
                </a:lnTo>
                <a:lnTo>
                  <a:pt x="699" y="2171"/>
                </a:lnTo>
                <a:lnTo>
                  <a:pt x="707" y="2192"/>
                </a:lnTo>
                <a:lnTo>
                  <a:pt x="714" y="2214"/>
                </a:lnTo>
                <a:lnTo>
                  <a:pt x="709" y="2217"/>
                </a:lnTo>
                <a:lnTo>
                  <a:pt x="705" y="2221"/>
                </a:lnTo>
                <a:lnTo>
                  <a:pt x="701" y="2224"/>
                </a:lnTo>
                <a:lnTo>
                  <a:pt x="698" y="2228"/>
                </a:lnTo>
                <a:lnTo>
                  <a:pt x="694" y="2232"/>
                </a:lnTo>
                <a:lnTo>
                  <a:pt x="691" y="2236"/>
                </a:lnTo>
                <a:lnTo>
                  <a:pt x="688" y="2241"/>
                </a:lnTo>
                <a:lnTo>
                  <a:pt x="686" y="2245"/>
                </a:lnTo>
                <a:lnTo>
                  <a:pt x="683" y="2250"/>
                </a:lnTo>
                <a:lnTo>
                  <a:pt x="681" y="2255"/>
                </a:lnTo>
                <a:lnTo>
                  <a:pt x="679" y="2260"/>
                </a:lnTo>
                <a:lnTo>
                  <a:pt x="678" y="2265"/>
                </a:lnTo>
                <a:lnTo>
                  <a:pt x="677" y="2271"/>
                </a:lnTo>
                <a:lnTo>
                  <a:pt x="676" y="2276"/>
                </a:lnTo>
                <a:lnTo>
                  <a:pt x="675" y="2282"/>
                </a:lnTo>
                <a:lnTo>
                  <a:pt x="675" y="2287"/>
                </a:lnTo>
                <a:lnTo>
                  <a:pt x="675" y="2296"/>
                </a:lnTo>
                <a:lnTo>
                  <a:pt x="677" y="2305"/>
                </a:lnTo>
                <a:lnTo>
                  <a:pt x="679" y="2314"/>
                </a:lnTo>
                <a:lnTo>
                  <a:pt x="682" y="2322"/>
                </a:lnTo>
                <a:lnTo>
                  <a:pt x="686" y="2330"/>
                </a:lnTo>
                <a:lnTo>
                  <a:pt x="690" y="2337"/>
                </a:lnTo>
                <a:lnTo>
                  <a:pt x="695" y="2344"/>
                </a:lnTo>
                <a:lnTo>
                  <a:pt x="701" y="2350"/>
                </a:lnTo>
                <a:lnTo>
                  <a:pt x="707" y="2356"/>
                </a:lnTo>
                <a:lnTo>
                  <a:pt x="714" y="2361"/>
                </a:lnTo>
                <a:lnTo>
                  <a:pt x="721" y="2365"/>
                </a:lnTo>
                <a:lnTo>
                  <a:pt x="729" y="2369"/>
                </a:lnTo>
                <a:lnTo>
                  <a:pt x="737" y="2372"/>
                </a:lnTo>
                <a:lnTo>
                  <a:pt x="746" y="2374"/>
                </a:lnTo>
                <a:lnTo>
                  <a:pt x="755" y="2376"/>
                </a:lnTo>
                <a:lnTo>
                  <a:pt x="764" y="2376"/>
                </a:lnTo>
                <a:lnTo>
                  <a:pt x="773" y="2376"/>
                </a:lnTo>
                <a:lnTo>
                  <a:pt x="782" y="2374"/>
                </a:lnTo>
                <a:lnTo>
                  <a:pt x="790" y="2372"/>
                </a:lnTo>
                <a:lnTo>
                  <a:pt x="798" y="2369"/>
                </a:lnTo>
                <a:lnTo>
                  <a:pt x="806" y="2365"/>
                </a:lnTo>
                <a:lnTo>
                  <a:pt x="814" y="2361"/>
                </a:lnTo>
                <a:lnTo>
                  <a:pt x="820" y="2356"/>
                </a:lnTo>
                <a:lnTo>
                  <a:pt x="827" y="2350"/>
                </a:lnTo>
                <a:lnTo>
                  <a:pt x="832" y="2344"/>
                </a:lnTo>
                <a:lnTo>
                  <a:pt x="838" y="2337"/>
                </a:lnTo>
                <a:lnTo>
                  <a:pt x="842" y="2330"/>
                </a:lnTo>
                <a:lnTo>
                  <a:pt x="846" y="2322"/>
                </a:lnTo>
                <a:lnTo>
                  <a:pt x="849" y="2314"/>
                </a:lnTo>
                <a:lnTo>
                  <a:pt x="851" y="2305"/>
                </a:lnTo>
                <a:lnTo>
                  <a:pt x="852" y="2296"/>
                </a:lnTo>
                <a:lnTo>
                  <a:pt x="853" y="2287"/>
                </a:lnTo>
                <a:lnTo>
                  <a:pt x="852" y="2280"/>
                </a:lnTo>
                <a:lnTo>
                  <a:pt x="852" y="2273"/>
                </a:lnTo>
                <a:lnTo>
                  <a:pt x="850" y="2266"/>
                </a:lnTo>
                <a:lnTo>
                  <a:pt x="848" y="2260"/>
                </a:lnTo>
                <a:lnTo>
                  <a:pt x="846" y="2253"/>
                </a:lnTo>
                <a:lnTo>
                  <a:pt x="843" y="2247"/>
                </a:lnTo>
                <a:lnTo>
                  <a:pt x="840" y="2241"/>
                </a:lnTo>
                <a:lnTo>
                  <a:pt x="836" y="2236"/>
                </a:lnTo>
                <a:lnTo>
                  <a:pt x="832" y="2231"/>
                </a:lnTo>
                <a:lnTo>
                  <a:pt x="828" y="2226"/>
                </a:lnTo>
                <a:lnTo>
                  <a:pt x="823" y="2221"/>
                </a:lnTo>
                <a:lnTo>
                  <a:pt x="818" y="2217"/>
                </a:lnTo>
                <a:lnTo>
                  <a:pt x="812" y="2213"/>
                </a:lnTo>
                <a:lnTo>
                  <a:pt x="806" y="2210"/>
                </a:lnTo>
                <a:lnTo>
                  <a:pt x="800" y="2207"/>
                </a:lnTo>
                <a:lnTo>
                  <a:pt x="794" y="2204"/>
                </a:lnTo>
                <a:lnTo>
                  <a:pt x="786" y="2175"/>
                </a:lnTo>
                <a:lnTo>
                  <a:pt x="776" y="2147"/>
                </a:lnTo>
                <a:lnTo>
                  <a:pt x="764" y="2120"/>
                </a:lnTo>
                <a:lnTo>
                  <a:pt x="750" y="2094"/>
                </a:lnTo>
                <a:lnTo>
                  <a:pt x="734" y="2069"/>
                </a:lnTo>
                <a:lnTo>
                  <a:pt x="716" y="2046"/>
                </a:lnTo>
                <a:lnTo>
                  <a:pt x="696" y="2024"/>
                </a:lnTo>
                <a:lnTo>
                  <a:pt x="675" y="2004"/>
                </a:lnTo>
                <a:lnTo>
                  <a:pt x="652" y="1985"/>
                </a:lnTo>
                <a:lnTo>
                  <a:pt x="628" y="1969"/>
                </a:lnTo>
                <a:lnTo>
                  <a:pt x="602" y="1954"/>
                </a:lnTo>
                <a:lnTo>
                  <a:pt x="575" y="1941"/>
                </a:lnTo>
                <a:lnTo>
                  <a:pt x="547" y="1930"/>
                </a:lnTo>
                <a:lnTo>
                  <a:pt x="519" y="1922"/>
                </a:lnTo>
                <a:lnTo>
                  <a:pt x="489" y="1916"/>
                </a:lnTo>
                <a:lnTo>
                  <a:pt x="458" y="1912"/>
                </a:lnTo>
                <a:lnTo>
                  <a:pt x="458" y="1396"/>
                </a:lnTo>
                <a:lnTo>
                  <a:pt x="771" y="1396"/>
                </a:lnTo>
                <a:lnTo>
                  <a:pt x="782" y="1395"/>
                </a:lnTo>
                <a:lnTo>
                  <a:pt x="793" y="1394"/>
                </a:lnTo>
                <a:lnTo>
                  <a:pt x="803" y="1391"/>
                </a:lnTo>
                <a:lnTo>
                  <a:pt x="813" y="1388"/>
                </a:lnTo>
                <a:lnTo>
                  <a:pt x="823" y="1384"/>
                </a:lnTo>
                <a:lnTo>
                  <a:pt x="832" y="1379"/>
                </a:lnTo>
                <a:lnTo>
                  <a:pt x="841" y="1374"/>
                </a:lnTo>
                <a:lnTo>
                  <a:pt x="849" y="1368"/>
                </a:lnTo>
                <a:lnTo>
                  <a:pt x="856" y="1361"/>
                </a:lnTo>
                <a:lnTo>
                  <a:pt x="863" y="1354"/>
                </a:lnTo>
                <a:lnTo>
                  <a:pt x="870" y="1346"/>
                </a:lnTo>
                <a:lnTo>
                  <a:pt x="876" y="1337"/>
                </a:lnTo>
                <a:lnTo>
                  <a:pt x="881" y="1328"/>
                </a:lnTo>
                <a:lnTo>
                  <a:pt x="885" y="1319"/>
                </a:lnTo>
                <a:lnTo>
                  <a:pt x="889" y="1309"/>
                </a:lnTo>
                <a:lnTo>
                  <a:pt x="891" y="1299"/>
                </a:lnTo>
                <a:lnTo>
                  <a:pt x="898" y="1298"/>
                </a:lnTo>
                <a:lnTo>
                  <a:pt x="905" y="1298"/>
                </a:lnTo>
                <a:lnTo>
                  <a:pt x="912" y="1297"/>
                </a:lnTo>
                <a:lnTo>
                  <a:pt x="918" y="1296"/>
                </a:lnTo>
                <a:lnTo>
                  <a:pt x="925" y="1295"/>
                </a:lnTo>
                <a:lnTo>
                  <a:pt x="931" y="1293"/>
                </a:lnTo>
                <a:lnTo>
                  <a:pt x="937" y="1292"/>
                </a:lnTo>
                <a:lnTo>
                  <a:pt x="943" y="1290"/>
                </a:lnTo>
                <a:lnTo>
                  <a:pt x="949" y="1288"/>
                </a:lnTo>
                <a:lnTo>
                  <a:pt x="955" y="1285"/>
                </a:lnTo>
                <a:lnTo>
                  <a:pt x="960" y="1282"/>
                </a:lnTo>
                <a:lnTo>
                  <a:pt x="965" y="1279"/>
                </a:lnTo>
                <a:lnTo>
                  <a:pt x="971" y="1275"/>
                </a:lnTo>
                <a:lnTo>
                  <a:pt x="976" y="1271"/>
                </a:lnTo>
                <a:lnTo>
                  <a:pt x="981" y="1266"/>
                </a:lnTo>
                <a:lnTo>
                  <a:pt x="986" y="1261"/>
                </a:lnTo>
                <a:lnTo>
                  <a:pt x="991" y="1253"/>
                </a:lnTo>
                <a:lnTo>
                  <a:pt x="996" y="1245"/>
                </a:lnTo>
                <a:lnTo>
                  <a:pt x="1001" y="1237"/>
                </a:lnTo>
                <a:lnTo>
                  <a:pt x="1005" y="1228"/>
                </a:lnTo>
                <a:lnTo>
                  <a:pt x="1008" y="1218"/>
                </a:lnTo>
                <a:lnTo>
                  <a:pt x="1011" y="1208"/>
                </a:lnTo>
                <a:lnTo>
                  <a:pt x="1013" y="1198"/>
                </a:lnTo>
                <a:lnTo>
                  <a:pt x="1015" y="1186"/>
                </a:lnTo>
                <a:lnTo>
                  <a:pt x="1017" y="1175"/>
                </a:lnTo>
                <a:lnTo>
                  <a:pt x="1018" y="1162"/>
                </a:lnTo>
                <a:lnTo>
                  <a:pt x="1019" y="1149"/>
                </a:lnTo>
                <a:lnTo>
                  <a:pt x="1020" y="1135"/>
                </a:lnTo>
                <a:lnTo>
                  <a:pt x="1020" y="1120"/>
                </a:lnTo>
                <a:lnTo>
                  <a:pt x="1020" y="1104"/>
                </a:lnTo>
                <a:lnTo>
                  <a:pt x="1021" y="1088"/>
                </a:lnTo>
                <a:lnTo>
                  <a:pt x="1021" y="1070"/>
                </a:lnTo>
                <a:lnTo>
                  <a:pt x="1021" y="956"/>
                </a:lnTo>
                <a:lnTo>
                  <a:pt x="1031" y="953"/>
                </a:lnTo>
                <a:lnTo>
                  <a:pt x="1041" y="950"/>
                </a:lnTo>
                <a:lnTo>
                  <a:pt x="1050" y="945"/>
                </a:lnTo>
                <a:lnTo>
                  <a:pt x="1059" y="940"/>
                </a:lnTo>
                <a:lnTo>
                  <a:pt x="1067" y="934"/>
                </a:lnTo>
                <a:lnTo>
                  <a:pt x="1075" y="928"/>
                </a:lnTo>
                <a:lnTo>
                  <a:pt x="1082" y="921"/>
                </a:lnTo>
                <a:lnTo>
                  <a:pt x="1089" y="913"/>
                </a:lnTo>
                <a:lnTo>
                  <a:pt x="1095" y="905"/>
                </a:lnTo>
                <a:lnTo>
                  <a:pt x="1101" y="897"/>
                </a:lnTo>
                <a:lnTo>
                  <a:pt x="1105" y="887"/>
                </a:lnTo>
                <a:lnTo>
                  <a:pt x="1109" y="878"/>
                </a:lnTo>
                <a:lnTo>
                  <a:pt x="1112" y="868"/>
                </a:lnTo>
                <a:lnTo>
                  <a:pt x="1114" y="858"/>
                </a:lnTo>
                <a:lnTo>
                  <a:pt x="1116" y="847"/>
                </a:lnTo>
                <a:lnTo>
                  <a:pt x="1116" y="836"/>
                </a:lnTo>
                <a:lnTo>
                  <a:pt x="1116" y="123"/>
                </a:lnTo>
                <a:lnTo>
                  <a:pt x="1116" y="110"/>
                </a:lnTo>
                <a:lnTo>
                  <a:pt x="1114" y="98"/>
                </a:lnTo>
                <a:lnTo>
                  <a:pt x="1111" y="86"/>
                </a:lnTo>
                <a:lnTo>
                  <a:pt x="1107" y="75"/>
                </a:lnTo>
                <a:lnTo>
                  <a:pt x="1101" y="64"/>
                </a:lnTo>
                <a:lnTo>
                  <a:pt x="1095" y="54"/>
                </a:lnTo>
                <a:lnTo>
                  <a:pt x="1088" y="45"/>
                </a:lnTo>
                <a:lnTo>
                  <a:pt x="1080" y="36"/>
                </a:lnTo>
                <a:lnTo>
                  <a:pt x="1071" y="28"/>
                </a:lnTo>
                <a:lnTo>
                  <a:pt x="1062" y="21"/>
                </a:lnTo>
                <a:lnTo>
                  <a:pt x="1052" y="15"/>
                </a:lnTo>
                <a:lnTo>
                  <a:pt x="1041" y="10"/>
                </a:lnTo>
                <a:lnTo>
                  <a:pt x="1030" y="6"/>
                </a:lnTo>
                <a:lnTo>
                  <a:pt x="1018" y="3"/>
                </a:lnTo>
                <a:lnTo>
                  <a:pt x="1006" y="1"/>
                </a:lnTo>
                <a:lnTo>
                  <a:pt x="9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9" name="Rectangle 1008"/>
          <p:cNvSpPr/>
          <p:nvPr/>
        </p:nvSpPr>
        <p:spPr>
          <a:xfrm>
            <a:off x="2190750" y="3690404"/>
            <a:ext cx="746474" cy="2004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Freeform 1009"/>
          <p:cNvSpPr/>
          <p:nvPr/>
        </p:nvSpPr>
        <p:spPr>
          <a:xfrm>
            <a:off x="2778290" y="3651142"/>
            <a:ext cx="229095" cy="39262"/>
          </a:xfrm>
          <a:custGeom>
            <a:avLst/>
            <a:gdLst/>
            <a:ahLst/>
            <a:cxnLst/>
            <a:rect l="l" t="t" r="r" b="b"/>
            <a:pathLst>
              <a:path w="241" h="41">
                <a:moveTo>
                  <a:pt x="185" y="11"/>
                </a:moveTo>
                <a:lnTo>
                  <a:pt x="56" y="11"/>
                </a:lnTo>
                <a:lnTo>
                  <a:pt x="52" y="11"/>
                </a:lnTo>
                <a:lnTo>
                  <a:pt x="49" y="11"/>
                </a:lnTo>
                <a:lnTo>
                  <a:pt x="45" y="11"/>
                </a:lnTo>
                <a:lnTo>
                  <a:pt x="42" y="10"/>
                </a:lnTo>
                <a:lnTo>
                  <a:pt x="38" y="10"/>
                </a:lnTo>
                <a:lnTo>
                  <a:pt x="34" y="10"/>
                </a:lnTo>
                <a:lnTo>
                  <a:pt x="31" y="9"/>
                </a:lnTo>
                <a:lnTo>
                  <a:pt x="27" y="8"/>
                </a:lnTo>
                <a:lnTo>
                  <a:pt x="24" y="8"/>
                </a:lnTo>
                <a:lnTo>
                  <a:pt x="20" y="7"/>
                </a:lnTo>
                <a:lnTo>
                  <a:pt x="17" y="6"/>
                </a:lnTo>
                <a:lnTo>
                  <a:pt x="14" y="5"/>
                </a:lnTo>
                <a:lnTo>
                  <a:pt x="10" y="4"/>
                </a:lnTo>
                <a:lnTo>
                  <a:pt x="7" y="3"/>
                </a:lnTo>
                <a:lnTo>
                  <a:pt x="3" y="1"/>
                </a:lnTo>
                <a:lnTo>
                  <a:pt x="0" y="0"/>
                </a:lnTo>
                <a:lnTo>
                  <a:pt x="0" y="35"/>
                </a:lnTo>
                <a:lnTo>
                  <a:pt x="0" y="35"/>
                </a:lnTo>
                <a:lnTo>
                  <a:pt x="0" y="36"/>
                </a:lnTo>
                <a:lnTo>
                  <a:pt x="0" y="37"/>
                </a:lnTo>
                <a:lnTo>
                  <a:pt x="1" y="37"/>
                </a:lnTo>
                <a:lnTo>
                  <a:pt x="1" y="38"/>
                </a:lnTo>
                <a:lnTo>
                  <a:pt x="1" y="38"/>
                </a:lnTo>
                <a:lnTo>
                  <a:pt x="2" y="39"/>
                </a:lnTo>
                <a:lnTo>
                  <a:pt x="2" y="39"/>
                </a:lnTo>
                <a:lnTo>
                  <a:pt x="2" y="40"/>
                </a:lnTo>
                <a:lnTo>
                  <a:pt x="3" y="40"/>
                </a:lnTo>
                <a:lnTo>
                  <a:pt x="3" y="40"/>
                </a:lnTo>
                <a:lnTo>
                  <a:pt x="4" y="41"/>
                </a:lnTo>
                <a:lnTo>
                  <a:pt x="5" y="41"/>
                </a:lnTo>
                <a:lnTo>
                  <a:pt x="5" y="41"/>
                </a:lnTo>
                <a:lnTo>
                  <a:pt x="6" y="41"/>
                </a:lnTo>
                <a:lnTo>
                  <a:pt x="7" y="41"/>
                </a:lnTo>
                <a:lnTo>
                  <a:pt x="234" y="41"/>
                </a:lnTo>
                <a:lnTo>
                  <a:pt x="235" y="41"/>
                </a:lnTo>
                <a:lnTo>
                  <a:pt x="235" y="41"/>
                </a:lnTo>
                <a:lnTo>
                  <a:pt x="236" y="41"/>
                </a:lnTo>
                <a:lnTo>
                  <a:pt x="236" y="41"/>
                </a:lnTo>
                <a:lnTo>
                  <a:pt x="237" y="40"/>
                </a:lnTo>
                <a:lnTo>
                  <a:pt x="238" y="40"/>
                </a:lnTo>
                <a:lnTo>
                  <a:pt x="238" y="40"/>
                </a:lnTo>
                <a:lnTo>
                  <a:pt x="239" y="39"/>
                </a:lnTo>
                <a:lnTo>
                  <a:pt x="239" y="39"/>
                </a:lnTo>
                <a:lnTo>
                  <a:pt x="239" y="38"/>
                </a:lnTo>
                <a:lnTo>
                  <a:pt x="240" y="38"/>
                </a:lnTo>
                <a:lnTo>
                  <a:pt x="240" y="37"/>
                </a:lnTo>
                <a:lnTo>
                  <a:pt x="240" y="37"/>
                </a:lnTo>
                <a:lnTo>
                  <a:pt x="240" y="36"/>
                </a:lnTo>
                <a:lnTo>
                  <a:pt x="240" y="35"/>
                </a:lnTo>
                <a:lnTo>
                  <a:pt x="241" y="35"/>
                </a:lnTo>
                <a:lnTo>
                  <a:pt x="241" y="0"/>
                </a:lnTo>
                <a:lnTo>
                  <a:pt x="237" y="1"/>
                </a:lnTo>
                <a:lnTo>
                  <a:pt x="234" y="3"/>
                </a:lnTo>
                <a:lnTo>
                  <a:pt x="230" y="4"/>
                </a:lnTo>
                <a:lnTo>
                  <a:pt x="227" y="5"/>
                </a:lnTo>
                <a:lnTo>
                  <a:pt x="224" y="6"/>
                </a:lnTo>
                <a:lnTo>
                  <a:pt x="220" y="7"/>
                </a:lnTo>
                <a:lnTo>
                  <a:pt x="217" y="8"/>
                </a:lnTo>
                <a:lnTo>
                  <a:pt x="213" y="8"/>
                </a:lnTo>
                <a:lnTo>
                  <a:pt x="210" y="9"/>
                </a:lnTo>
                <a:lnTo>
                  <a:pt x="206" y="10"/>
                </a:lnTo>
                <a:lnTo>
                  <a:pt x="202" y="10"/>
                </a:lnTo>
                <a:lnTo>
                  <a:pt x="199" y="10"/>
                </a:lnTo>
                <a:lnTo>
                  <a:pt x="195" y="11"/>
                </a:lnTo>
                <a:lnTo>
                  <a:pt x="192" y="11"/>
                </a:lnTo>
                <a:lnTo>
                  <a:pt x="188" y="11"/>
                </a:lnTo>
                <a:lnTo>
                  <a:pt x="185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0" name="Freeform 1010"/>
          <p:cNvSpPr/>
          <p:nvPr/>
        </p:nvSpPr>
        <p:spPr>
          <a:xfrm>
            <a:off x="2777385" y="3380480"/>
            <a:ext cx="125082" cy="54131"/>
          </a:xfrm>
          <a:custGeom>
            <a:avLst/>
            <a:gdLst/>
            <a:ahLst/>
            <a:cxnLst/>
            <a:rect l="l" t="t" r="r" b="b"/>
            <a:pathLst>
              <a:path w="131" h="57">
                <a:moveTo>
                  <a:pt x="39" y="48"/>
                </a:moveTo>
                <a:lnTo>
                  <a:pt x="39" y="47"/>
                </a:lnTo>
                <a:lnTo>
                  <a:pt x="39" y="47"/>
                </a:lnTo>
                <a:lnTo>
                  <a:pt x="39" y="47"/>
                </a:lnTo>
                <a:lnTo>
                  <a:pt x="40" y="47"/>
                </a:lnTo>
                <a:lnTo>
                  <a:pt x="40" y="47"/>
                </a:lnTo>
                <a:lnTo>
                  <a:pt x="40" y="46"/>
                </a:lnTo>
                <a:lnTo>
                  <a:pt x="40" y="46"/>
                </a:lnTo>
                <a:lnTo>
                  <a:pt x="41" y="46"/>
                </a:lnTo>
                <a:lnTo>
                  <a:pt x="41" y="46"/>
                </a:lnTo>
                <a:lnTo>
                  <a:pt x="41" y="46"/>
                </a:lnTo>
                <a:lnTo>
                  <a:pt x="42" y="45"/>
                </a:lnTo>
                <a:lnTo>
                  <a:pt x="42" y="45"/>
                </a:lnTo>
                <a:lnTo>
                  <a:pt x="42" y="45"/>
                </a:lnTo>
                <a:lnTo>
                  <a:pt x="42" y="45"/>
                </a:lnTo>
                <a:lnTo>
                  <a:pt x="43" y="45"/>
                </a:lnTo>
                <a:lnTo>
                  <a:pt x="43" y="45"/>
                </a:lnTo>
                <a:lnTo>
                  <a:pt x="43" y="45"/>
                </a:lnTo>
                <a:lnTo>
                  <a:pt x="44" y="45"/>
                </a:lnTo>
                <a:lnTo>
                  <a:pt x="44" y="45"/>
                </a:lnTo>
                <a:lnTo>
                  <a:pt x="44" y="45"/>
                </a:lnTo>
                <a:lnTo>
                  <a:pt x="45" y="45"/>
                </a:lnTo>
                <a:lnTo>
                  <a:pt x="45" y="45"/>
                </a:lnTo>
                <a:lnTo>
                  <a:pt x="45" y="45"/>
                </a:lnTo>
                <a:lnTo>
                  <a:pt x="46" y="45"/>
                </a:lnTo>
                <a:lnTo>
                  <a:pt x="46" y="45"/>
                </a:lnTo>
                <a:lnTo>
                  <a:pt x="46" y="45"/>
                </a:lnTo>
                <a:lnTo>
                  <a:pt x="47" y="45"/>
                </a:lnTo>
                <a:lnTo>
                  <a:pt x="47" y="45"/>
                </a:lnTo>
                <a:lnTo>
                  <a:pt x="47" y="45"/>
                </a:lnTo>
                <a:lnTo>
                  <a:pt x="48" y="46"/>
                </a:lnTo>
                <a:lnTo>
                  <a:pt x="48" y="46"/>
                </a:lnTo>
                <a:lnTo>
                  <a:pt x="48" y="46"/>
                </a:lnTo>
                <a:lnTo>
                  <a:pt x="49" y="46"/>
                </a:lnTo>
                <a:lnTo>
                  <a:pt x="49" y="47"/>
                </a:lnTo>
                <a:lnTo>
                  <a:pt x="50" y="48"/>
                </a:lnTo>
                <a:lnTo>
                  <a:pt x="51" y="48"/>
                </a:lnTo>
                <a:lnTo>
                  <a:pt x="51" y="49"/>
                </a:lnTo>
                <a:lnTo>
                  <a:pt x="52" y="49"/>
                </a:lnTo>
                <a:lnTo>
                  <a:pt x="52" y="50"/>
                </a:lnTo>
                <a:lnTo>
                  <a:pt x="53" y="51"/>
                </a:lnTo>
                <a:lnTo>
                  <a:pt x="53" y="51"/>
                </a:lnTo>
                <a:lnTo>
                  <a:pt x="54" y="52"/>
                </a:lnTo>
                <a:lnTo>
                  <a:pt x="54" y="53"/>
                </a:lnTo>
                <a:lnTo>
                  <a:pt x="54" y="54"/>
                </a:lnTo>
                <a:lnTo>
                  <a:pt x="55" y="54"/>
                </a:lnTo>
                <a:lnTo>
                  <a:pt x="55" y="55"/>
                </a:lnTo>
                <a:lnTo>
                  <a:pt x="55" y="56"/>
                </a:lnTo>
                <a:lnTo>
                  <a:pt x="56" y="57"/>
                </a:lnTo>
                <a:lnTo>
                  <a:pt x="57" y="55"/>
                </a:lnTo>
                <a:lnTo>
                  <a:pt x="58" y="53"/>
                </a:lnTo>
                <a:lnTo>
                  <a:pt x="60" y="52"/>
                </a:lnTo>
                <a:lnTo>
                  <a:pt x="61" y="50"/>
                </a:lnTo>
                <a:lnTo>
                  <a:pt x="63" y="49"/>
                </a:lnTo>
                <a:lnTo>
                  <a:pt x="64" y="47"/>
                </a:lnTo>
                <a:lnTo>
                  <a:pt x="66" y="46"/>
                </a:lnTo>
                <a:lnTo>
                  <a:pt x="67" y="45"/>
                </a:lnTo>
                <a:lnTo>
                  <a:pt x="69" y="44"/>
                </a:lnTo>
                <a:lnTo>
                  <a:pt x="71" y="43"/>
                </a:lnTo>
                <a:lnTo>
                  <a:pt x="73" y="42"/>
                </a:lnTo>
                <a:lnTo>
                  <a:pt x="75" y="41"/>
                </a:lnTo>
                <a:lnTo>
                  <a:pt x="77" y="40"/>
                </a:lnTo>
                <a:lnTo>
                  <a:pt x="79" y="39"/>
                </a:lnTo>
                <a:lnTo>
                  <a:pt x="81" y="39"/>
                </a:lnTo>
                <a:lnTo>
                  <a:pt x="83" y="38"/>
                </a:lnTo>
                <a:lnTo>
                  <a:pt x="84" y="38"/>
                </a:lnTo>
                <a:lnTo>
                  <a:pt x="84" y="38"/>
                </a:lnTo>
                <a:lnTo>
                  <a:pt x="85" y="38"/>
                </a:lnTo>
                <a:lnTo>
                  <a:pt x="86" y="38"/>
                </a:lnTo>
                <a:lnTo>
                  <a:pt x="86" y="38"/>
                </a:lnTo>
                <a:lnTo>
                  <a:pt x="87" y="39"/>
                </a:lnTo>
                <a:lnTo>
                  <a:pt x="87" y="39"/>
                </a:lnTo>
                <a:lnTo>
                  <a:pt x="88" y="39"/>
                </a:lnTo>
                <a:lnTo>
                  <a:pt x="89" y="39"/>
                </a:lnTo>
                <a:lnTo>
                  <a:pt x="89" y="40"/>
                </a:lnTo>
                <a:lnTo>
                  <a:pt x="89" y="40"/>
                </a:lnTo>
                <a:lnTo>
                  <a:pt x="90" y="41"/>
                </a:lnTo>
                <a:lnTo>
                  <a:pt x="90" y="41"/>
                </a:lnTo>
                <a:lnTo>
                  <a:pt x="91" y="42"/>
                </a:lnTo>
                <a:lnTo>
                  <a:pt x="91" y="43"/>
                </a:lnTo>
                <a:lnTo>
                  <a:pt x="91" y="43"/>
                </a:lnTo>
                <a:lnTo>
                  <a:pt x="91" y="44"/>
                </a:lnTo>
                <a:lnTo>
                  <a:pt x="91" y="45"/>
                </a:lnTo>
                <a:lnTo>
                  <a:pt x="92" y="45"/>
                </a:lnTo>
                <a:lnTo>
                  <a:pt x="92" y="46"/>
                </a:lnTo>
                <a:lnTo>
                  <a:pt x="93" y="46"/>
                </a:lnTo>
                <a:lnTo>
                  <a:pt x="94" y="46"/>
                </a:lnTo>
                <a:lnTo>
                  <a:pt x="95" y="47"/>
                </a:lnTo>
                <a:lnTo>
                  <a:pt x="96" y="47"/>
                </a:lnTo>
                <a:lnTo>
                  <a:pt x="97" y="47"/>
                </a:lnTo>
                <a:lnTo>
                  <a:pt x="99" y="48"/>
                </a:lnTo>
                <a:lnTo>
                  <a:pt x="101" y="48"/>
                </a:lnTo>
                <a:lnTo>
                  <a:pt x="103" y="48"/>
                </a:lnTo>
                <a:lnTo>
                  <a:pt x="105" y="48"/>
                </a:lnTo>
                <a:lnTo>
                  <a:pt x="108" y="48"/>
                </a:lnTo>
                <a:lnTo>
                  <a:pt x="111" y="48"/>
                </a:lnTo>
                <a:lnTo>
                  <a:pt x="115" y="48"/>
                </a:lnTo>
                <a:lnTo>
                  <a:pt x="116" y="48"/>
                </a:lnTo>
                <a:lnTo>
                  <a:pt x="117" y="48"/>
                </a:lnTo>
                <a:lnTo>
                  <a:pt x="118" y="48"/>
                </a:lnTo>
                <a:lnTo>
                  <a:pt x="119" y="48"/>
                </a:lnTo>
                <a:lnTo>
                  <a:pt x="120" y="48"/>
                </a:lnTo>
                <a:lnTo>
                  <a:pt x="121" y="48"/>
                </a:lnTo>
                <a:lnTo>
                  <a:pt x="122" y="48"/>
                </a:lnTo>
                <a:lnTo>
                  <a:pt x="123" y="49"/>
                </a:lnTo>
                <a:lnTo>
                  <a:pt x="124" y="49"/>
                </a:lnTo>
                <a:lnTo>
                  <a:pt x="125" y="49"/>
                </a:lnTo>
                <a:lnTo>
                  <a:pt x="126" y="49"/>
                </a:lnTo>
                <a:lnTo>
                  <a:pt x="127" y="49"/>
                </a:lnTo>
                <a:lnTo>
                  <a:pt x="128" y="49"/>
                </a:lnTo>
                <a:lnTo>
                  <a:pt x="129" y="50"/>
                </a:lnTo>
                <a:lnTo>
                  <a:pt x="130" y="50"/>
                </a:lnTo>
                <a:lnTo>
                  <a:pt x="131" y="50"/>
                </a:lnTo>
                <a:lnTo>
                  <a:pt x="131" y="49"/>
                </a:lnTo>
                <a:lnTo>
                  <a:pt x="131" y="47"/>
                </a:lnTo>
                <a:lnTo>
                  <a:pt x="131" y="46"/>
                </a:lnTo>
                <a:lnTo>
                  <a:pt x="131" y="45"/>
                </a:lnTo>
                <a:lnTo>
                  <a:pt x="131" y="43"/>
                </a:lnTo>
                <a:lnTo>
                  <a:pt x="131" y="42"/>
                </a:lnTo>
                <a:lnTo>
                  <a:pt x="131" y="40"/>
                </a:lnTo>
                <a:lnTo>
                  <a:pt x="131" y="39"/>
                </a:lnTo>
                <a:lnTo>
                  <a:pt x="130" y="38"/>
                </a:lnTo>
                <a:lnTo>
                  <a:pt x="130" y="36"/>
                </a:lnTo>
                <a:lnTo>
                  <a:pt x="130" y="35"/>
                </a:lnTo>
                <a:lnTo>
                  <a:pt x="129" y="34"/>
                </a:lnTo>
                <a:lnTo>
                  <a:pt x="129" y="32"/>
                </a:lnTo>
                <a:lnTo>
                  <a:pt x="128" y="31"/>
                </a:lnTo>
                <a:lnTo>
                  <a:pt x="128" y="30"/>
                </a:lnTo>
                <a:lnTo>
                  <a:pt x="127" y="28"/>
                </a:lnTo>
                <a:lnTo>
                  <a:pt x="126" y="26"/>
                </a:lnTo>
                <a:lnTo>
                  <a:pt x="124" y="23"/>
                </a:lnTo>
                <a:lnTo>
                  <a:pt x="123" y="21"/>
                </a:lnTo>
                <a:lnTo>
                  <a:pt x="121" y="20"/>
                </a:lnTo>
                <a:lnTo>
                  <a:pt x="120" y="18"/>
                </a:lnTo>
                <a:lnTo>
                  <a:pt x="118" y="17"/>
                </a:lnTo>
                <a:lnTo>
                  <a:pt x="117" y="16"/>
                </a:lnTo>
                <a:lnTo>
                  <a:pt x="115" y="16"/>
                </a:lnTo>
                <a:lnTo>
                  <a:pt x="114" y="15"/>
                </a:lnTo>
                <a:lnTo>
                  <a:pt x="112" y="15"/>
                </a:lnTo>
                <a:lnTo>
                  <a:pt x="110" y="15"/>
                </a:lnTo>
                <a:lnTo>
                  <a:pt x="109" y="15"/>
                </a:lnTo>
                <a:lnTo>
                  <a:pt x="107" y="16"/>
                </a:lnTo>
                <a:lnTo>
                  <a:pt x="105" y="16"/>
                </a:lnTo>
                <a:lnTo>
                  <a:pt x="103" y="16"/>
                </a:lnTo>
                <a:lnTo>
                  <a:pt x="101" y="17"/>
                </a:lnTo>
                <a:lnTo>
                  <a:pt x="101" y="17"/>
                </a:lnTo>
                <a:lnTo>
                  <a:pt x="100" y="17"/>
                </a:lnTo>
                <a:lnTo>
                  <a:pt x="100" y="17"/>
                </a:lnTo>
                <a:lnTo>
                  <a:pt x="100" y="17"/>
                </a:lnTo>
                <a:lnTo>
                  <a:pt x="100" y="17"/>
                </a:lnTo>
                <a:lnTo>
                  <a:pt x="99" y="17"/>
                </a:lnTo>
                <a:lnTo>
                  <a:pt x="99" y="18"/>
                </a:lnTo>
                <a:lnTo>
                  <a:pt x="99" y="18"/>
                </a:lnTo>
                <a:lnTo>
                  <a:pt x="98" y="18"/>
                </a:lnTo>
                <a:lnTo>
                  <a:pt x="98" y="18"/>
                </a:lnTo>
                <a:lnTo>
                  <a:pt x="98" y="18"/>
                </a:lnTo>
                <a:lnTo>
                  <a:pt x="97" y="18"/>
                </a:lnTo>
                <a:lnTo>
                  <a:pt x="97" y="18"/>
                </a:lnTo>
                <a:lnTo>
                  <a:pt x="97" y="18"/>
                </a:lnTo>
                <a:lnTo>
                  <a:pt x="97" y="18"/>
                </a:lnTo>
                <a:lnTo>
                  <a:pt x="96" y="18"/>
                </a:lnTo>
                <a:lnTo>
                  <a:pt x="96" y="18"/>
                </a:lnTo>
                <a:lnTo>
                  <a:pt x="96" y="18"/>
                </a:lnTo>
                <a:lnTo>
                  <a:pt x="96" y="18"/>
                </a:lnTo>
                <a:lnTo>
                  <a:pt x="96" y="18"/>
                </a:lnTo>
                <a:lnTo>
                  <a:pt x="96" y="18"/>
                </a:lnTo>
                <a:lnTo>
                  <a:pt x="95" y="18"/>
                </a:lnTo>
                <a:lnTo>
                  <a:pt x="95" y="18"/>
                </a:lnTo>
                <a:lnTo>
                  <a:pt x="95" y="18"/>
                </a:lnTo>
                <a:lnTo>
                  <a:pt x="95" y="18"/>
                </a:lnTo>
                <a:lnTo>
                  <a:pt x="95" y="18"/>
                </a:lnTo>
                <a:lnTo>
                  <a:pt x="95" y="19"/>
                </a:lnTo>
                <a:lnTo>
                  <a:pt x="95" y="19"/>
                </a:lnTo>
                <a:lnTo>
                  <a:pt x="95" y="19"/>
                </a:lnTo>
                <a:lnTo>
                  <a:pt x="94" y="19"/>
                </a:lnTo>
                <a:lnTo>
                  <a:pt x="94" y="19"/>
                </a:lnTo>
                <a:lnTo>
                  <a:pt x="94" y="19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7"/>
                </a:lnTo>
                <a:lnTo>
                  <a:pt x="93" y="17"/>
                </a:lnTo>
                <a:lnTo>
                  <a:pt x="93" y="17"/>
                </a:lnTo>
                <a:lnTo>
                  <a:pt x="93" y="17"/>
                </a:lnTo>
                <a:lnTo>
                  <a:pt x="93" y="17"/>
                </a:lnTo>
                <a:lnTo>
                  <a:pt x="93" y="17"/>
                </a:lnTo>
                <a:lnTo>
                  <a:pt x="93" y="17"/>
                </a:lnTo>
                <a:lnTo>
                  <a:pt x="93" y="16"/>
                </a:lnTo>
                <a:lnTo>
                  <a:pt x="93" y="16"/>
                </a:lnTo>
                <a:lnTo>
                  <a:pt x="92" y="15"/>
                </a:lnTo>
                <a:lnTo>
                  <a:pt x="92" y="14"/>
                </a:lnTo>
                <a:lnTo>
                  <a:pt x="91" y="13"/>
                </a:lnTo>
                <a:lnTo>
                  <a:pt x="90" y="12"/>
                </a:lnTo>
                <a:lnTo>
                  <a:pt x="89" y="11"/>
                </a:lnTo>
                <a:lnTo>
                  <a:pt x="88" y="10"/>
                </a:lnTo>
                <a:lnTo>
                  <a:pt x="87" y="9"/>
                </a:lnTo>
                <a:lnTo>
                  <a:pt x="86" y="8"/>
                </a:lnTo>
                <a:lnTo>
                  <a:pt x="85" y="7"/>
                </a:lnTo>
                <a:lnTo>
                  <a:pt x="84" y="6"/>
                </a:lnTo>
                <a:lnTo>
                  <a:pt x="83" y="5"/>
                </a:lnTo>
                <a:lnTo>
                  <a:pt x="82" y="4"/>
                </a:lnTo>
                <a:lnTo>
                  <a:pt x="81" y="4"/>
                </a:lnTo>
                <a:lnTo>
                  <a:pt x="80" y="3"/>
                </a:lnTo>
                <a:lnTo>
                  <a:pt x="78" y="2"/>
                </a:lnTo>
                <a:lnTo>
                  <a:pt x="77" y="2"/>
                </a:lnTo>
                <a:lnTo>
                  <a:pt x="76" y="1"/>
                </a:lnTo>
                <a:lnTo>
                  <a:pt x="75" y="1"/>
                </a:lnTo>
                <a:lnTo>
                  <a:pt x="74" y="1"/>
                </a:lnTo>
                <a:lnTo>
                  <a:pt x="73" y="0"/>
                </a:lnTo>
                <a:lnTo>
                  <a:pt x="72" y="0"/>
                </a:lnTo>
                <a:lnTo>
                  <a:pt x="71" y="0"/>
                </a:lnTo>
                <a:lnTo>
                  <a:pt x="70" y="0"/>
                </a:lnTo>
                <a:lnTo>
                  <a:pt x="69" y="0"/>
                </a:lnTo>
                <a:lnTo>
                  <a:pt x="68" y="0"/>
                </a:lnTo>
                <a:lnTo>
                  <a:pt x="67" y="0"/>
                </a:lnTo>
                <a:lnTo>
                  <a:pt x="66" y="0"/>
                </a:lnTo>
                <a:lnTo>
                  <a:pt x="65" y="0"/>
                </a:lnTo>
                <a:lnTo>
                  <a:pt x="64" y="1"/>
                </a:lnTo>
                <a:lnTo>
                  <a:pt x="63" y="1"/>
                </a:lnTo>
                <a:lnTo>
                  <a:pt x="62" y="1"/>
                </a:lnTo>
                <a:lnTo>
                  <a:pt x="61" y="1"/>
                </a:lnTo>
                <a:lnTo>
                  <a:pt x="60" y="2"/>
                </a:lnTo>
                <a:lnTo>
                  <a:pt x="58" y="3"/>
                </a:lnTo>
                <a:lnTo>
                  <a:pt x="57" y="4"/>
                </a:lnTo>
                <a:lnTo>
                  <a:pt x="56" y="5"/>
                </a:lnTo>
                <a:lnTo>
                  <a:pt x="55" y="6"/>
                </a:lnTo>
                <a:lnTo>
                  <a:pt x="54" y="7"/>
                </a:lnTo>
                <a:lnTo>
                  <a:pt x="53" y="8"/>
                </a:lnTo>
                <a:lnTo>
                  <a:pt x="53" y="9"/>
                </a:lnTo>
                <a:lnTo>
                  <a:pt x="52" y="10"/>
                </a:lnTo>
                <a:lnTo>
                  <a:pt x="51" y="11"/>
                </a:lnTo>
                <a:lnTo>
                  <a:pt x="50" y="12"/>
                </a:lnTo>
                <a:lnTo>
                  <a:pt x="50" y="14"/>
                </a:lnTo>
                <a:lnTo>
                  <a:pt x="49" y="15"/>
                </a:lnTo>
                <a:lnTo>
                  <a:pt x="49" y="16"/>
                </a:lnTo>
                <a:lnTo>
                  <a:pt x="48" y="17"/>
                </a:lnTo>
                <a:lnTo>
                  <a:pt x="48" y="18"/>
                </a:lnTo>
                <a:lnTo>
                  <a:pt x="48" y="18"/>
                </a:lnTo>
                <a:lnTo>
                  <a:pt x="46" y="17"/>
                </a:lnTo>
                <a:lnTo>
                  <a:pt x="45" y="15"/>
                </a:lnTo>
                <a:lnTo>
                  <a:pt x="44" y="14"/>
                </a:lnTo>
                <a:lnTo>
                  <a:pt x="42" y="13"/>
                </a:lnTo>
                <a:lnTo>
                  <a:pt x="41" y="12"/>
                </a:lnTo>
                <a:lnTo>
                  <a:pt x="39" y="10"/>
                </a:lnTo>
                <a:lnTo>
                  <a:pt x="38" y="9"/>
                </a:lnTo>
                <a:lnTo>
                  <a:pt x="36" y="9"/>
                </a:lnTo>
                <a:lnTo>
                  <a:pt x="34" y="8"/>
                </a:lnTo>
                <a:lnTo>
                  <a:pt x="32" y="7"/>
                </a:lnTo>
                <a:lnTo>
                  <a:pt x="31" y="6"/>
                </a:lnTo>
                <a:lnTo>
                  <a:pt x="29" y="6"/>
                </a:lnTo>
                <a:lnTo>
                  <a:pt x="27" y="5"/>
                </a:lnTo>
                <a:lnTo>
                  <a:pt x="25" y="5"/>
                </a:lnTo>
                <a:lnTo>
                  <a:pt x="23" y="5"/>
                </a:lnTo>
                <a:lnTo>
                  <a:pt x="21" y="5"/>
                </a:lnTo>
                <a:lnTo>
                  <a:pt x="20" y="5"/>
                </a:lnTo>
                <a:lnTo>
                  <a:pt x="19" y="5"/>
                </a:lnTo>
                <a:lnTo>
                  <a:pt x="18" y="5"/>
                </a:lnTo>
                <a:lnTo>
                  <a:pt x="17" y="5"/>
                </a:lnTo>
                <a:lnTo>
                  <a:pt x="16" y="5"/>
                </a:lnTo>
                <a:lnTo>
                  <a:pt x="15" y="6"/>
                </a:lnTo>
                <a:lnTo>
                  <a:pt x="14" y="6"/>
                </a:lnTo>
                <a:lnTo>
                  <a:pt x="13" y="6"/>
                </a:lnTo>
                <a:lnTo>
                  <a:pt x="12" y="7"/>
                </a:lnTo>
                <a:lnTo>
                  <a:pt x="11" y="7"/>
                </a:lnTo>
                <a:lnTo>
                  <a:pt x="10" y="8"/>
                </a:lnTo>
                <a:lnTo>
                  <a:pt x="9" y="8"/>
                </a:lnTo>
                <a:lnTo>
                  <a:pt x="8" y="9"/>
                </a:lnTo>
                <a:lnTo>
                  <a:pt x="8" y="10"/>
                </a:lnTo>
                <a:lnTo>
                  <a:pt x="7" y="10"/>
                </a:lnTo>
                <a:lnTo>
                  <a:pt x="6" y="11"/>
                </a:lnTo>
                <a:lnTo>
                  <a:pt x="6" y="12"/>
                </a:lnTo>
                <a:lnTo>
                  <a:pt x="5" y="12"/>
                </a:lnTo>
                <a:lnTo>
                  <a:pt x="5" y="13"/>
                </a:lnTo>
                <a:lnTo>
                  <a:pt x="4" y="14"/>
                </a:lnTo>
                <a:lnTo>
                  <a:pt x="4" y="14"/>
                </a:lnTo>
                <a:lnTo>
                  <a:pt x="3" y="15"/>
                </a:lnTo>
                <a:lnTo>
                  <a:pt x="3" y="16"/>
                </a:lnTo>
                <a:lnTo>
                  <a:pt x="2" y="17"/>
                </a:lnTo>
                <a:lnTo>
                  <a:pt x="2" y="17"/>
                </a:lnTo>
                <a:lnTo>
                  <a:pt x="2" y="18"/>
                </a:lnTo>
                <a:lnTo>
                  <a:pt x="1" y="19"/>
                </a:lnTo>
                <a:lnTo>
                  <a:pt x="1" y="20"/>
                </a:lnTo>
                <a:lnTo>
                  <a:pt x="1" y="20"/>
                </a:lnTo>
                <a:lnTo>
                  <a:pt x="0" y="21"/>
                </a:lnTo>
                <a:lnTo>
                  <a:pt x="0" y="22"/>
                </a:lnTo>
                <a:lnTo>
                  <a:pt x="0" y="23"/>
                </a:lnTo>
                <a:lnTo>
                  <a:pt x="2" y="24"/>
                </a:lnTo>
                <a:lnTo>
                  <a:pt x="4" y="25"/>
                </a:lnTo>
                <a:lnTo>
                  <a:pt x="6" y="27"/>
                </a:lnTo>
                <a:lnTo>
                  <a:pt x="8" y="28"/>
                </a:lnTo>
                <a:lnTo>
                  <a:pt x="10" y="29"/>
                </a:lnTo>
                <a:lnTo>
                  <a:pt x="12" y="31"/>
                </a:lnTo>
                <a:lnTo>
                  <a:pt x="14" y="32"/>
                </a:lnTo>
                <a:lnTo>
                  <a:pt x="16" y="34"/>
                </a:lnTo>
                <a:lnTo>
                  <a:pt x="18" y="35"/>
                </a:lnTo>
                <a:lnTo>
                  <a:pt x="20" y="37"/>
                </a:lnTo>
                <a:lnTo>
                  <a:pt x="22" y="38"/>
                </a:lnTo>
                <a:lnTo>
                  <a:pt x="23" y="40"/>
                </a:lnTo>
                <a:lnTo>
                  <a:pt x="25" y="42"/>
                </a:lnTo>
                <a:lnTo>
                  <a:pt x="27" y="44"/>
                </a:lnTo>
                <a:lnTo>
                  <a:pt x="28" y="45"/>
                </a:lnTo>
                <a:lnTo>
                  <a:pt x="30" y="47"/>
                </a:lnTo>
                <a:lnTo>
                  <a:pt x="31" y="48"/>
                </a:lnTo>
                <a:lnTo>
                  <a:pt x="32" y="49"/>
                </a:lnTo>
                <a:lnTo>
                  <a:pt x="33" y="50"/>
                </a:lnTo>
                <a:lnTo>
                  <a:pt x="34" y="50"/>
                </a:lnTo>
                <a:lnTo>
                  <a:pt x="34" y="51"/>
                </a:lnTo>
                <a:lnTo>
                  <a:pt x="35" y="51"/>
                </a:lnTo>
                <a:lnTo>
                  <a:pt x="35" y="51"/>
                </a:lnTo>
                <a:lnTo>
                  <a:pt x="36" y="51"/>
                </a:lnTo>
                <a:lnTo>
                  <a:pt x="36" y="51"/>
                </a:lnTo>
                <a:lnTo>
                  <a:pt x="37" y="51"/>
                </a:lnTo>
                <a:lnTo>
                  <a:pt x="37" y="50"/>
                </a:lnTo>
                <a:lnTo>
                  <a:pt x="37" y="50"/>
                </a:lnTo>
                <a:lnTo>
                  <a:pt x="38" y="49"/>
                </a:lnTo>
                <a:lnTo>
                  <a:pt x="38" y="49"/>
                </a:lnTo>
                <a:lnTo>
                  <a:pt x="38" y="48"/>
                </a:lnTo>
                <a:lnTo>
                  <a:pt x="39" y="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1" name="Freeform 1011"/>
          <p:cNvSpPr/>
          <p:nvPr/>
        </p:nvSpPr>
        <p:spPr>
          <a:xfrm>
            <a:off x="2889218" y="3365849"/>
            <a:ext cx="143732" cy="82829"/>
          </a:xfrm>
          <a:custGeom>
            <a:avLst/>
            <a:gdLst/>
            <a:ahLst/>
            <a:cxnLst/>
            <a:rect l="l" t="t" r="r" b="b"/>
            <a:pathLst>
              <a:path w="151" h="87">
                <a:moveTo>
                  <a:pt x="141" y="55"/>
                </a:moveTo>
                <a:lnTo>
                  <a:pt x="140" y="54"/>
                </a:lnTo>
                <a:lnTo>
                  <a:pt x="139" y="54"/>
                </a:lnTo>
                <a:lnTo>
                  <a:pt x="139" y="53"/>
                </a:lnTo>
                <a:lnTo>
                  <a:pt x="138" y="53"/>
                </a:lnTo>
                <a:lnTo>
                  <a:pt x="137" y="53"/>
                </a:lnTo>
                <a:lnTo>
                  <a:pt x="136" y="52"/>
                </a:lnTo>
                <a:lnTo>
                  <a:pt x="135" y="52"/>
                </a:lnTo>
                <a:lnTo>
                  <a:pt x="134" y="52"/>
                </a:lnTo>
                <a:lnTo>
                  <a:pt x="133" y="52"/>
                </a:lnTo>
                <a:lnTo>
                  <a:pt x="132" y="52"/>
                </a:lnTo>
                <a:lnTo>
                  <a:pt x="131" y="52"/>
                </a:lnTo>
                <a:lnTo>
                  <a:pt x="129" y="52"/>
                </a:lnTo>
                <a:lnTo>
                  <a:pt x="128" y="52"/>
                </a:lnTo>
                <a:lnTo>
                  <a:pt x="127" y="51"/>
                </a:lnTo>
                <a:lnTo>
                  <a:pt x="126" y="51"/>
                </a:lnTo>
                <a:lnTo>
                  <a:pt x="125" y="51"/>
                </a:lnTo>
                <a:lnTo>
                  <a:pt x="124" y="51"/>
                </a:lnTo>
                <a:lnTo>
                  <a:pt x="123" y="51"/>
                </a:lnTo>
                <a:lnTo>
                  <a:pt x="122" y="51"/>
                </a:lnTo>
                <a:lnTo>
                  <a:pt x="122" y="51"/>
                </a:lnTo>
                <a:lnTo>
                  <a:pt x="121" y="51"/>
                </a:lnTo>
                <a:lnTo>
                  <a:pt x="120" y="51"/>
                </a:lnTo>
                <a:lnTo>
                  <a:pt x="120" y="51"/>
                </a:lnTo>
                <a:lnTo>
                  <a:pt x="119" y="51"/>
                </a:lnTo>
                <a:lnTo>
                  <a:pt x="118" y="51"/>
                </a:lnTo>
                <a:lnTo>
                  <a:pt x="117" y="51"/>
                </a:lnTo>
                <a:lnTo>
                  <a:pt x="117" y="51"/>
                </a:lnTo>
                <a:lnTo>
                  <a:pt x="116" y="51"/>
                </a:lnTo>
                <a:lnTo>
                  <a:pt x="115" y="50"/>
                </a:lnTo>
                <a:lnTo>
                  <a:pt x="115" y="50"/>
                </a:lnTo>
                <a:lnTo>
                  <a:pt x="114" y="50"/>
                </a:lnTo>
                <a:lnTo>
                  <a:pt x="113" y="50"/>
                </a:lnTo>
                <a:lnTo>
                  <a:pt x="113" y="50"/>
                </a:lnTo>
                <a:lnTo>
                  <a:pt x="113" y="49"/>
                </a:lnTo>
                <a:lnTo>
                  <a:pt x="113" y="49"/>
                </a:lnTo>
                <a:lnTo>
                  <a:pt x="113" y="49"/>
                </a:lnTo>
                <a:lnTo>
                  <a:pt x="113" y="48"/>
                </a:lnTo>
                <a:lnTo>
                  <a:pt x="113" y="48"/>
                </a:lnTo>
                <a:lnTo>
                  <a:pt x="113" y="48"/>
                </a:lnTo>
                <a:lnTo>
                  <a:pt x="112" y="48"/>
                </a:lnTo>
                <a:lnTo>
                  <a:pt x="112" y="47"/>
                </a:lnTo>
                <a:lnTo>
                  <a:pt x="112" y="47"/>
                </a:lnTo>
                <a:lnTo>
                  <a:pt x="112" y="47"/>
                </a:lnTo>
                <a:lnTo>
                  <a:pt x="112" y="46"/>
                </a:lnTo>
                <a:lnTo>
                  <a:pt x="112" y="46"/>
                </a:lnTo>
                <a:lnTo>
                  <a:pt x="112" y="46"/>
                </a:lnTo>
                <a:lnTo>
                  <a:pt x="112" y="45"/>
                </a:lnTo>
                <a:lnTo>
                  <a:pt x="112" y="45"/>
                </a:lnTo>
                <a:lnTo>
                  <a:pt x="112" y="43"/>
                </a:lnTo>
                <a:lnTo>
                  <a:pt x="111" y="41"/>
                </a:lnTo>
                <a:lnTo>
                  <a:pt x="111" y="40"/>
                </a:lnTo>
                <a:lnTo>
                  <a:pt x="111" y="38"/>
                </a:lnTo>
                <a:lnTo>
                  <a:pt x="110" y="36"/>
                </a:lnTo>
                <a:lnTo>
                  <a:pt x="109" y="34"/>
                </a:lnTo>
                <a:lnTo>
                  <a:pt x="109" y="32"/>
                </a:lnTo>
                <a:lnTo>
                  <a:pt x="108" y="31"/>
                </a:lnTo>
                <a:lnTo>
                  <a:pt x="107" y="29"/>
                </a:lnTo>
                <a:lnTo>
                  <a:pt x="106" y="27"/>
                </a:lnTo>
                <a:lnTo>
                  <a:pt x="105" y="26"/>
                </a:lnTo>
                <a:lnTo>
                  <a:pt x="104" y="24"/>
                </a:lnTo>
                <a:lnTo>
                  <a:pt x="103" y="23"/>
                </a:lnTo>
                <a:lnTo>
                  <a:pt x="101" y="21"/>
                </a:lnTo>
                <a:lnTo>
                  <a:pt x="100" y="20"/>
                </a:lnTo>
                <a:lnTo>
                  <a:pt x="99" y="19"/>
                </a:lnTo>
                <a:lnTo>
                  <a:pt x="97" y="17"/>
                </a:lnTo>
                <a:lnTo>
                  <a:pt x="94" y="15"/>
                </a:lnTo>
                <a:lnTo>
                  <a:pt x="92" y="14"/>
                </a:lnTo>
                <a:lnTo>
                  <a:pt x="90" y="13"/>
                </a:lnTo>
                <a:lnTo>
                  <a:pt x="88" y="12"/>
                </a:lnTo>
                <a:lnTo>
                  <a:pt x="86" y="12"/>
                </a:lnTo>
                <a:lnTo>
                  <a:pt x="84" y="12"/>
                </a:lnTo>
                <a:lnTo>
                  <a:pt x="82" y="11"/>
                </a:lnTo>
                <a:lnTo>
                  <a:pt x="81" y="12"/>
                </a:lnTo>
                <a:lnTo>
                  <a:pt x="79" y="12"/>
                </a:lnTo>
                <a:lnTo>
                  <a:pt x="77" y="12"/>
                </a:lnTo>
                <a:lnTo>
                  <a:pt x="75" y="13"/>
                </a:lnTo>
                <a:lnTo>
                  <a:pt x="74" y="13"/>
                </a:lnTo>
                <a:lnTo>
                  <a:pt x="72" y="14"/>
                </a:lnTo>
                <a:lnTo>
                  <a:pt x="71" y="14"/>
                </a:lnTo>
                <a:lnTo>
                  <a:pt x="70" y="15"/>
                </a:lnTo>
                <a:lnTo>
                  <a:pt x="69" y="15"/>
                </a:lnTo>
                <a:lnTo>
                  <a:pt x="69" y="16"/>
                </a:lnTo>
                <a:lnTo>
                  <a:pt x="68" y="16"/>
                </a:lnTo>
                <a:lnTo>
                  <a:pt x="68" y="16"/>
                </a:lnTo>
                <a:lnTo>
                  <a:pt x="67" y="16"/>
                </a:lnTo>
                <a:lnTo>
                  <a:pt x="67" y="16"/>
                </a:lnTo>
                <a:lnTo>
                  <a:pt x="66" y="17"/>
                </a:lnTo>
                <a:lnTo>
                  <a:pt x="66" y="17"/>
                </a:lnTo>
                <a:lnTo>
                  <a:pt x="65" y="17"/>
                </a:lnTo>
                <a:lnTo>
                  <a:pt x="65" y="17"/>
                </a:lnTo>
                <a:lnTo>
                  <a:pt x="64" y="17"/>
                </a:lnTo>
                <a:lnTo>
                  <a:pt x="64" y="17"/>
                </a:lnTo>
                <a:lnTo>
                  <a:pt x="64" y="17"/>
                </a:lnTo>
                <a:lnTo>
                  <a:pt x="63" y="17"/>
                </a:lnTo>
                <a:lnTo>
                  <a:pt x="63" y="17"/>
                </a:lnTo>
                <a:lnTo>
                  <a:pt x="63" y="17"/>
                </a:lnTo>
                <a:lnTo>
                  <a:pt x="62" y="17"/>
                </a:lnTo>
                <a:lnTo>
                  <a:pt x="62" y="17"/>
                </a:lnTo>
                <a:lnTo>
                  <a:pt x="62" y="17"/>
                </a:lnTo>
                <a:lnTo>
                  <a:pt x="62" y="17"/>
                </a:lnTo>
                <a:lnTo>
                  <a:pt x="61" y="16"/>
                </a:lnTo>
                <a:lnTo>
                  <a:pt x="61" y="16"/>
                </a:lnTo>
                <a:lnTo>
                  <a:pt x="61" y="16"/>
                </a:lnTo>
                <a:lnTo>
                  <a:pt x="61" y="16"/>
                </a:lnTo>
                <a:lnTo>
                  <a:pt x="60" y="16"/>
                </a:lnTo>
                <a:lnTo>
                  <a:pt x="60" y="15"/>
                </a:lnTo>
                <a:lnTo>
                  <a:pt x="60" y="15"/>
                </a:lnTo>
                <a:lnTo>
                  <a:pt x="60" y="15"/>
                </a:lnTo>
                <a:lnTo>
                  <a:pt x="59" y="14"/>
                </a:lnTo>
                <a:lnTo>
                  <a:pt x="59" y="14"/>
                </a:lnTo>
                <a:lnTo>
                  <a:pt x="59" y="13"/>
                </a:lnTo>
                <a:lnTo>
                  <a:pt x="58" y="13"/>
                </a:lnTo>
                <a:lnTo>
                  <a:pt x="58" y="12"/>
                </a:lnTo>
                <a:lnTo>
                  <a:pt x="57" y="11"/>
                </a:lnTo>
                <a:lnTo>
                  <a:pt x="56" y="10"/>
                </a:lnTo>
                <a:lnTo>
                  <a:pt x="55" y="9"/>
                </a:lnTo>
                <a:lnTo>
                  <a:pt x="54" y="8"/>
                </a:lnTo>
                <a:lnTo>
                  <a:pt x="53" y="7"/>
                </a:lnTo>
                <a:lnTo>
                  <a:pt x="51" y="6"/>
                </a:lnTo>
                <a:lnTo>
                  <a:pt x="50" y="5"/>
                </a:lnTo>
                <a:lnTo>
                  <a:pt x="48" y="4"/>
                </a:lnTo>
                <a:lnTo>
                  <a:pt x="46" y="3"/>
                </a:lnTo>
                <a:lnTo>
                  <a:pt x="44" y="2"/>
                </a:lnTo>
                <a:lnTo>
                  <a:pt x="42" y="1"/>
                </a:lnTo>
                <a:lnTo>
                  <a:pt x="40" y="1"/>
                </a:lnTo>
                <a:lnTo>
                  <a:pt x="37" y="0"/>
                </a:lnTo>
                <a:lnTo>
                  <a:pt x="34" y="0"/>
                </a:lnTo>
                <a:lnTo>
                  <a:pt x="31" y="0"/>
                </a:lnTo>
                <a:lnTo>
                  <a:pt x="28" y="0"/>
                </a:lnTo>
                <a:lnTo>
                  <a:pt x="25" y="0"/>
                </a:lnTo>
                <a:lnTo>
                  <a:pt x="22" y="1"/>
                </a:lnTo>
                <a:lnTo>
                  <a:pt x="20" y="2"/>
                </a:lnTo>
                <a:lnTo>
                  <a:pt x="18" y="3"/>
                </a:lnTo>
                <a:lnTo>
                  <a:pt x="16" y="4"/>
                </a:lnTo>
                <a:lnTo>
                  <a:pt x="14" y="5"/>
                </a:lnTo>
                <a:lnTo>
                  <a:pt x="12" y="7"/>
                </a:lnTo>
                <a:lnTo>
                  <a:pt x="10" y="8"/>
                </a:lnTo>
                <a:lnTo>
                  <a:pt x="8" y="10"/>
                </a:lnTo>
                <a:lnTo>
                  <a:pt x="6" y="12"/>
                </a:lnTo>
                <a:lnTo>
                  <a:pt x="5" y="14"/>
                </a:lnTo>
                <a:lnTo>
                  <a:pt x="4" y="16"/>
                </a:lnTo>
                <a:lnTo>
                  <a:pt x="2" y="17"/>
                </a:lnTo>
                <a:lnTo>
                  <a:pt x="1" y="19"/>
                </a:lnTo>
                <a:lnTo>
                  <a:pt x="0" y="21"/>
                </a:lnTo>
                <a:lnTo>
                  <a:pt x="2" y="22"/>
                </a:lnTo>
                <a:lnTo>
                  <a:pt x="4" y="23"/>
                </a:lnTo>
                <a:lnTo>
                  <a:pt x="5" y="23"/>
                </a:lnTo>
                <a:lnTo>
                  <a:pt x="7" y="24"/>
                </a:lnTo>
                <a:lnTo>
                  <a:pt x="8" y="25"/>
                </a:lnTo>
                <a:lnTo>
                  <a:pt x="9" y="26"/>
                </a:lnTo>
                <a:lnTo>
                  <a:pt x="11" y="28"/>
                </a:lnTo>
                <a:lnTo>
                  <a:pt x="12" y="29"/>
                </a:lnTo>
                <a:lnTo>
                  <a:pt x="13" y="30"/>
                </a:lnTo>
                <a:lnTo>
                  <a:pt x="14" y="31"/>
                </a:lnTo>
                <a:lnTo>
                  <a:pt x="15" y="33"/>
                </a:lnTo>
                <a:lnTo>
                  <a:pt x="16" y="34"/>
                </a:lnTo>
                <a:lnTo>
                  <a:pt x="17" y="35"/>
                </a:lnTo>
                <a:lnTo>
                  <a:pt x="17" y="37"/>
                </a:lnTo>
                <a:lnTo>
                  <a:pt x="18" y="38"/>
                </a:lnTo>
                <a:lnTo>
                  <a:pt x="19" y="39"/>
                </a:lnTo>
                <a:lnTo>
                  <a:pt x="20" y="41"/>
                </a:lnTo>
                <a:lnTo>
                  <a:pt x="20" y="43"/>
                </a:lnTo>
                <a:lnTo>
                  <a:pt x="21" y="44"/>
                </a:lnTo>
                <a:lnTo>
                  <a:pt x="22" y="46"/>
                </a:lnTo>
                <a:lnTo>
                  <a:pt x="23" y="48"/>
                </a:lnTo>
                <a:lnTo>
                  <a:pt x="23" y="49"/>
                </a:lnTo>
                <a:lnTo>
                  <a:pt x="24" y="51"/>
                </a:lnTo>
                <a:lnTo>
                  <a:pt x="25" y="52"/>
                </a:lnTo>
                <a:lnTo>
                  <a:pt x="25" y="53"/>
                </a:lnTo>
                <a:lnTo>
                  <a:pt x="26" y="54"/>
                </a:lnTo>
                <a:lnTo>
                  <a:pt x="26" y="55"/>
                </a:lnTo>
                <a:lnTo>
                  <a:pt x="27" y="55"/>
                </a:lnTo>
                <a:lnTo>
                  <a:pt x="28" y="56"/>
                </a:lnTo>
                <a:lnTo>
                  <a:pt x="28" y="56"/>
                </a:lnTo>
                <a:lnTo>
                  <a:pt x="29" y="56"/>
                </a:lnTo>
                <a:lnTo>
                  <a:pt x="29" y="56"/>
                </a:lnTo>
                <a:lnTo>
                  <a:pt x="29" y="56"/>
                </a:lnTo>
                <a:lnTo>
                  <a:pt x="30" y="55"/>
                </a:lnTo>
                <a:lnTo>
                  <a:pt x="30" y="55"/>
                </a:lnTo>
                <a:lnTo>
                  <a:pt x="31" y="54"/>
                </a:lnTo>
                <a:lnTo>
                  <a:pt x="31" y="54"/>
                </a:lnTo>
                <a:lnTo>
                  <a:pt x="32" y="54"/>
                </a:lnTo>
                <a:lnTo>
                  <a:pt x="32" y="54"/>
                </a:lnTo>
                <a:lnTo>
                  <a:pt x="33" y="54"/>
                </a:lnTo>
                <a:lnTo>
                  <a:pt x="34" y="53"/>
                </a:lnTo>
                <a:lnTo>
                  <a:pt x="34" y="53"/>
                </a:lnTo>
                <a:lnTo>
                  <a:pt x="35" y="54"/>
                </a:lnTo>
                <a:lnTo>
                  <a:pt x="36" y="54"/>
                </a:lnTo>
                <a:lnTo>
                  <a:pt x="36" y="54"/>
                </a:lnTo>
                <a:lnTo>
                  <a:pt x="37" y="54"/>
                </a:lnTo>
                <a:lnTo>
                  <a:pt x="37" y="54"/>
                </a:lnTo>
                <a:lnTo>
                  <a:pt x="38" y="55"/>
                </a:lnTo>
                <a:lnTo>
                  <a:pt x="38" y="55"/>
                </a:lnTo>
                <a:lnTo>
                  <a:pt x="39" y="56"/>
                </a:lnTo>
                <a:lnTo>
                  <a:pt x="40" y="57"/>
                </a:lnTo>
                <a:lnTo>
                  <a:pt x="40" y="57"/>
                </a:lnTo>
                <a:lnTo>
                  <a:pt x="41" y="58"/>
                </a:lnTo>
                <a:lnTo>
                  <a:pt x="42" y="59"/>
                </a:lnTo>
                <a:lnTo>
                  <a:pt x="42" y="60"/>
                </a:lnTo>
                <a:lnTo>
                  <a:pt x="43" y="60"/>
                </a:lnTo>
                <a:lnTo>
                  <a:pt x="44" y="61"/>
                </a:lnTo>
                <a:lnTo>
                  <a:pt x="44" y="62"/>
                </a:lnTo>
                <a:lnTo>
                  <a:pt x="45" y="63"/>
                </a:lnTo>
                <a:lnTo>
                  <a:pt x="45" y="64"/>
                </a:lnTo>
                <a:lnTo>
                  <a:pt x="46" y="64"/>
                </a:lnTo>
                <a:lnTo>
                  <a:pt x="46" y="65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9" y="65"/>
                </a:lnTo>
                <a:lnTo>
                  <a:pt x="49" y="63"/>
                </a:lnTo>
                <a:lnTo>
                  <a:pt x="50" y="61"/>
                </a:lnTo>
                <a:lnTo>
                  <a:pt x="51" y="59"/>
                </a:lnTo>
                <a:lnTo>
                  <a:pt x="52" y="57"/>
                </a:lnTo>
                <a:lnTo>
                  <a:pt x="53" y="55"/>
                </a:lnTo>
                <a:lnTo>
                  <a:pt x="55" y="53"/>
                </a:lnTo>
                <a:lnTo>
                  <a:pt x="56" y="52"/>
                </a:lnTo>
                <a:lnTo>
                  <a:pt x="57" y="50"/>
                </a:lnTo>
                <a:lnTo>
                  <a:pt x="59" y="49"/>
                </a:lnTo>
                <a:lnTo>
                  <a:pt x="60" y="47"/>
                </a:lnTo>
                <a:lnTo>
                  <a:pt x="62" y="46"/>
                </a:lnTo>
                <a:lnTo>
                  <a:pt x="64" y="45"/>
                </a:lnTo>
                <a:lnTo>
                  <a:pt x="66" y="45"/>
                </a:lnTo>
                <a:lnTo>
                  <a:pt x="68" y="44"/>
                </a:lnTo>
                <a:lnTo>
                  <a:pt x="70" y="43"/>
                </a:lnTo>
                <a:lnTo>
                  <a:pt x="70" y="43"/>
                </a:lnTo>
                <a:lnTo>
                  <a:pt x="71" y="43"/>
                </a:lnTo>
                <a:lnTo>
                  <a:pt x="72" y="44"/>
                </a:lnTo>
                <a:lnTo>
                  <a:pt x="72" y="44"/>
                </a:lnTo>
                <a:lnTo>
                  <a:pt x="73" y="44"/>
                </a:lnTo>
                <a:lnTo>
                  <a:pt x="74" y="44"/>
                </a:lnTo>
                <a:lnTo>
                  <a:pt x="74" y="44"/>
                </a:lnTo>
                <a:lnTo>
                  <a:pt x="75" y="45"/>
                </a:lnTo>
                <a:lnTo>
                  <a:pt x="75" y="45"/>
                </a:lnTo>
                <a:lnTo>
                  <a:pt x="76" y="46"/>
                </a:lnTo>
                <a:lnTo>
                  <a:pt x="76" y="46"/>
                </a:lnTo>
                <a:lnTo>
                  <a:pt x="76" y="47"/>
                </a:lnTo>
                <a:lnTo>
                  <a:pt x="77" y="47"/>
                </a:lnTo>
                <a:lnTo>
                  <a:pt x="77" y="48"/>
                </a:lnTo>
                <a:lnTo>
                  <a:pt x="77" y="48"/>
                </a:lnTo>
                <a:lnTo>
                  <a:pt x="77" y="49"/>
                </a:lnTo>
                <a:lnTo>
                  <a:pt x="77" y="50"/>
                </a:lnTo>
                <a:lnTo>
                  <a:pt x="77" y="51"/>
                </a:lnTo>
                <a:lnTo>
                  <a:pt x="77" y="51"/>
                </a:lnTo>
                <a:lnTo>
                  <a:pt x="77" y="52"/>
                </a:lnTo>
                <a:lnTo>
                  <a:pt x="77" y="52"/>
                </a:lnTo>
                <a:lnTo>
                  <a:pt x="77" y="53"/>
                </a:lnTo>
                <a:lnTo>
                  <a:pt x="76" y="54"/>
                </a:lnTo>
                <a:lnTo>
                  <a:pt x="76" y="54"/>
                </a:lnTo>
                <a:lnTo>
                  <a:pt x="76" y="55"/>
                </a:lnTo>
                <a:lnTo>
                  <a:pt x="75" y="55"/>
                </a:lnTo>
                <a:lnTo>
                  <a:pt x="75" y="55"/>
                </a:lnTo>
                <a:lnTo>
                  <a:pt x="74" y="56"/>
                </a:lnTo>
                <a:lnTo>
                  <a:pt x="73" y="56"/>
                </a:lnTo>
                <a:lnTo>
                  <a:pt x="73" y="56"/>
                </a:lnTo>
                <a:lnTo>
                  <a:pt x="72" y="57"/>
                </a:lnTo>
                <a:lnTo>
                  <a:pt x="72" y="57"/>
                </a:lnTo>
                <a:lnTo>
                  <a:pt x="70" y="57"/>
                </a:lnTo>
                <a:lnTo>
                  <a:pt x="69" y="58"/>
                </a:lnTo>
                <a:lnTo>
                  <a:pt x="68" y="59"/>
                </a:lnTo>
                <a:lnTo>
                  <a:pt x="66" y="60"/>
                </a:lnTo>
                <a:lnTo>
                  <a:pt x="65" y="61"/>
                </a:lnTo>
                <a:lnTo>
                  <a:pt x="64" y="63"/>
                </a:lnTo>
                <a:lnTo>
                  <a:pt x="63" y="65"/>
                </a:lnTo>
                <a:lnTo>
                  <a:pt x="62" y="67"/>
                </a:lnTo>
                <a:lnTo>
                  <a:pt x="62" y="69"/>
                </a:lnTo>
                <a:lnTo>
                  <a:pt x="61" y="71"/>
                </a:lnTo>
                <a:lnTo>
                  <a:pt x="60" y="73"/>
                </a:lnTo>
                <a:lnTo>
                  <a:pt x="60" y="76"/>
                </a:lnTo>
                <a:lnTo>
                  <a:pt x="59" y="79"/>
                </a:lnTo>
                <a:lnTo>
                  <a:pt x="59" y="81"/>
                </a:lnTo>
                <a:lnTo>
                  <a:pt x="58" y="84"/>
                </a:lnTo>
                <a:lnTo>
                  <a:pt x="58" y="87"/>
                </a:lnTo>
                <a:lnTo>
                  <a:pt x="58" y="87"/>
                </a:lnTo>
                <a:lnTo>
                  <a:pt x="59" y="85"/>
                </a:lnTo>
                <a:lnTo>
                  <a:pt x="60" y="83"/>
                </a:lnTo>
                <a:lnTo>
                  <a:pt x="61" y="81"/>
                </a:lnTo>
                <a:lnTo>
                  <a:pt x="62" y="80"/>
                </a:lnTo>
                <a:lnTo>
                  <a:pt x="63" y="78"/>
                </a:lnTo>
                <a:lnTo>
                  <a:pt x="65" y="77"/>
                </a:lnTo>
                <a:lnTo>
                  <a:pt x="66" y="75"/>
                </a:lnTo>
                <a:lnTo>
                  <a:pt x="68" y="74"/>
                </a:lnTo>
                <a:lnTo>
                  <a:pt x="69" y="72"/>
                </a:lnTo>
                <a:lnTo>
                  <a:pt x="71" y="71"/>
                </a:lnTo>
                <a:lnTo>
                  <a:pt x="73" y="70"/>
                </a:lnTo>
                <a:lnTo>
                  <a:pt x="75" y="69"/>
                </a:lnTo>
                <a:lnTo>
                  <a:pt x="77" y="69"/>
                </a:lnTo>
                <a:lnTo>
                  <a:pt x="79" y="68"/>
                </a:lnTo>
                <a:lnTo>
                  <a:pt x="81" y="67"/>
                </a:lnTo>
                <a:lnTo>
                  <a:pt x="83" y="67"/>
                </a:lnTo>
                <a:lnTo>
                  <a:pt x="83" y="67"/>
                </a:lnTo>
                <a:lnTo>
                  <a:pt x="84" y="67"/>
                </a:lnTo>
                <a:lnTo>
                  <a:pt x="84" y="67"/>
                </a:lnTo>
                <a:lnTo>
                  <a:pt x="84" y="67"/>
                </a:lnTo>
                <a:lnTo>
                  <a:pt x="85" y="67"/>
                </a:lnTo>
                <a:lnTo>
                  <a:pt x="85" y="67"/>
                </a:lnTo>
                <a:lnTo>
                  <a:pt x="85" y="67"/>
                </a:lnTo>
                <a:lnTo>
                  <a:pt x="85" y="67"/>
                </a:lnTo>
                <a:lnTo>
                  <a:pt x="86" y="67"/>
                </a:lnTo>
                <a:lnTo>
                  <a:pt x="86" y="67"/>
                </a:lnTo>
                <a:lnTo>
                  <a:pt x="86" y="67"/>
                </a:lnTo>
                <a:lnTo>
                  <a:pt x="87" y="67"/>
                </a:lnTo>
                <a:lnTo>
                  <a:pt x="87" y="68"/>
                </a:lnTo>
                <a:lnTo>
                  <a:pt x="87" y="68"/>
                </a:lnTo>
                <a:lnTo>
                  <a:pt x="88" y="68"/>
                </a:lnTo>
                <a:lnTo>
                  <a:pt x="88" y="68"/>
                </a:lnTo>
                <a:lnTo>
                  <a:pt x="88" y="68"/>
                </a:lnTo>
                <a:lnTo>
                  <a:pt x="88" y="68"/>
                </a:lnTo>
                <a:lnTo>
                  <a:pt x="89" y="69"/>
                </a:lnTo>
                <a:lnTo>
                  <a:pt x="89" y="69"/>
                </a:lnTo>
                <a:lnTo>
                  <a:pt x="89" y="69"/>
                </a:lnTo>
                <a:lnTo>
                  <a:pt x="89" y="69"/>
                </a:lnTo>
                <a:lnTo>
                  <a:pt x="89" y="70"/>
                </a:lnTo>
                <a:lnTo>
                  <a:pt x="90" y="70"/>
                </a:lnTo>
                <a:lnTo>
                  <a:pt x="90" y="70"/>
                </a:lnTo>
                <a:lnTo>
                  <a:pt x="90" y="71"/>
                </a:lnTo>
                <a:lnTo>
                  <a:pt x="90" y="71"/>
                </a:lnTo>
                <a:lnTo>
                  <a:pt x="90" y="71"/>
                </a:lnTo>
                <a:lnTo>
                  <a:pt x="90" y="71"/>
                </a:lnTo>
                <a:lnTo>
                  <a:pt x="90" y="72"/>
                </a:lnTo>
                <a:lnTo>
                  <a:pt x="91" y="72"/>
                </a:lnTo>
                <a:lnTo>
                  <a:pt x="91" y="72"/>
                </a:lnTo>
                <a:lnTo>
                  <a:pt x="91" y="73"/>
                </a:lnTo>
                <a:lnTo>
                  <a:pt x="93" y="73"/>
                </a:lnTo>
                <a:lnTo>
                  <a:pt x="95" y="74"/>
                </a:lnTo>
                <a:lnTo>
                  <a:pt x="99" y="74"/>
                </a:lnTo>
                <a:lnTo>
                  <a:pt x="102" y="74"/>
                </a:lnTo>
                <a:lnTo>
                  <a:pt x="107" y="74"/>
                </a:lnTo>
                <a:lnTo>
                  <a:pt x="111" y="74"/>
                </a:lnTo>
                <a:lnTo>
                  <a:pt x="116" y="74"/>
                </a:lnTo>
                <a:lnTo>
                  <a:pt x="121" y="74"/>
                </a:lnTo>
                <a:lnTo>
                  <a:pt x="126" y="74"/>
                </a:lnTo>
                <a:lnTo>
                  <a:pt x="131" y="74"/>
                </a:lnTo>
                <a:lnTo>
                  <a:pt x="135" y="74"/>
                </a:lnTo>
                <a:lnTo>
                  <a:pt x="139" y="74"/>
                </a:lnTo>
                <a:lnTo>
                  <a:pt x="143" y="74"/>
                </a:lnTo>
                <a:lnTo>
                  <a:pt x="145" y="74"/>
                </a:lnTo>
                <a:lnTo>
                  <a:pt x="147" y="73"/>
                </a:lnTo>
                <a:lnTo>
                  <a:pt x="148" y="73"/>
                </a:lnTo>
                <a:lnTo>
                  <a:pt x="148" y="74"/>
                </a:lnTo>
                <a:lnTo>
                  <a:pt x="148" y="74"/>
                </a:lnTo>
                <a:lnTo>
                  <a:pt x="148" y="74"/>
                </a:lnTo>
                <a:lnTo>
                  <a:pt x="149" y="74"/>
                </a:lnTo>
                <a:lnTo>
                  <a:pt x="149" y="74"/>
                </a:lnTo>
                <a:lnTo>
                  <a:pt x="149" y="74"/>
                </a:lnTo>
                <a:lnTo>
                  <a:pt x="149" y="74"/>
                </a:lnTo>
                <a:lnTo>
                  <a:pt x="149" y="74"/>
                </a:lnTo>
                <a:lnTo>
                  <a:pt x="150" y="74"/>
                </a:lnTo>
                <a:lnTo>
                  <a:pt x="150" y="74"/>
                </a:lnTo>
                <a:lnTo>
                  <a:pt x="150" y="74"/>
                </a:lnTo>
                <a:lnTo>
                  <a:pt x="150" y="74"/>
                </a:lnTo>
                <a:lnTo>
                  <a:pt x="150" y="74"/>
                </a:lnTo>
                <a:lnTo>
                  <a:pt x="151" y="74"/>
                </a:lnTo>
                <a:lnTo>
                  <a:pt x="151" y="74"/>
                </a:lnTo>
                <a:lnTo>
                  <a:pt x="151" y="72"/>
                </a:lnTo>
                <a:lnTo>
                  <a:pt x="150" y="71"/>
                </a:lnTo>
                <a:lnTo>
                  <a:pt x="150" y="69"/>
                </a:lnTo>
                <a:lnTo>
                  <a:pt x="150" y="68"/>
                </a:lnTo>
                <a:lnTo>
                  <a:pt x="149" y="66"/>
                </a:lnTo>
                <a:lnTo>
                  <a:pt x="149" y="65"/>
                </a:lnTo>
                <a:lnTo>
                  <a:pt x="148" y="64"/>
                </a:lnTo>
                <a:lnTo>
                  <a:pt x="148" y="62"/>
                </a:lnTo>
                <a:lnTo>
                  <a:pt x="147" y="61"/>
                </a:lnTo>
                <a:lnTo>
                  <a:pt x="146" y="60"/>
                </a:lnTo>
                <a:lnTo>
                  <a:pt x="145" y="59"/>
                </a:lnTo>
                <a:lnTo>
                  <a:pt x="145" y="58"/>
                </a:lnTo>
                <a:lnTo>
                  <a:pt x="144" y="57"/>
                </a:lnTo>
                <a:lnTo>
                  <a:pt x="143" y="56"/>
                </a:lnTo>
                <a:lnTo>
                  <a:pt x="142" y="55"/>
                </a:lnTo>
                <a:lnTo>
                  <a:pt x="141" y="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2" name="Freeform 1012"/>
          <p:cNvSpPr/>
          <p:nvPr/>
        </p:nvSpPr>
        <p:spPr>
          <a:xfrm>
            <a:off x="2717844" y="3391310"/>
            <a:ext cx="105937" cy="82734"/>
          </a:xfrm>
          <a:custGeom>
            <a:avLst/>
            <a:gdLst/>
            <a:ahLst/>
            <a:cxnLst/>
            <a:rect l="l" t="t" r="r" b="b"/>
            <a:pathLst>
              <a:path w="111" h="87">
                <a:moveTo>
                  <a:pt x="56" y="55"/>
                </a:moveTo>
                <a:lnTo>
                  <a:pt x="57" y="54"/>
                </a:lnTo>
                <a:lnTo>
                  <a:pt x="57" y="54"/>
                </a:lnTo>
                <a:lnTo>
                  <a:pt x="58" y="54"/>
                </a:lnTo>
                <a:lnTo>
                  <a:pt x="59" y="54"/>
                </a:lnTo>
                <a:lnTo>
                  <a:pt x="59" y="53"/>
                </a:lnTo>
                <a:lnTo>
                  <a:pt x="60" y="53"/>
                </a:lnTo>
                <a:lnTo>
                  <a:pt x="61" y="53"/>
                </a:lnTo>
                <a:lnTo>
                  <a:pt x="61" y="54"/>
                </a:lnTo>
                <a:lnTo>
                  <a:pt x="62" y="54"/>
                </a:lnTo>
                <a:lnTo>
                  <a:pt x="62" y="54"/>
                </a:lnTo>
                <a:lnTo>
                  <a:pt x="63" y="54"/>
                </a:lnTo>
                <a:lnTo>
                  <a:pt x="64" y="54"/>
                </a:lnTo>
                <a:lnTo>
                  <a:pt x="64" y="55"/>
                </a:lnTo>
                <a:lnTo>
                  <a:pt x="65" y="55"/>
                </a:lnTo>
                <a:lnTo>
                  <a:pt x="65" y="56"/>
                </a:lnTo>
                <a:lnTo>
                  <a:pt x="66" y="56"/>
                </a:lnTo>
                <a:lnTo>
                  <a:pt x="67" y="58"/>
                </a:lnTo>
                <a:lnTo>
                  <a:pt x="68" y="60"/>
                </a:lnTo>
                <a:lnTo>
                  <a:pt x="69" y="62"/>
                </a:lnTo>
                <a:lnTo>
                  <a:pt x="70" y="63"/>
                </a:lnTo>
                <a:lnTo>
                  <a:pt x="71" y="65"/>
                </a:lnTo>
                <a:lnTo>
                  <a:pt x="72" y="67"/>
                </a:lnTo>
                <a:lnTo>
                  <a:pt x="73" y="69"/>
                </a:lnTo>
                <a:lnTo>
                  <a:pt x="74" y="71"/>
                </a:lnTo>
                <a:lnTo>
                  <a:pt x="75" y="73"/>
                </a:lnTo>
                <a:lnTo>
                  <a:pt x="76" y="75"/>
                </a:lnTo>
                <a:lnTo>
                  <a:pt x="76" y="77"/>
                </a:lnTo>
                <a:lnTo>
                  <a:pt x="77" y="79"/>
                </a:lnTo>
                <a:lnTo>
                  <a:pt x="78" y="81"/>
                </a:lnTo>
                <a:lnTo>
                  <a:pt x="78" y="83"/>
                </a:lnTo>
                <a:lnTo>
                  <a:pt x="79" y="85"/>
                </a:lnTo>
                <a:lnTo>
                  <a:pt x="79" y="87"/>
                </a:lnTo>
                <a:lnTo>
                  <a:pt x="110" y="87"/>
                </a:lnTo>
                <a:lnTo>
                  <a:pt x="111" y="84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0" y="80"/>
                </a:lnTo>
                <a:lnTo>
                  <a:pt x="109" y="77"/>
                </a:lnTo>
                <a:lnTo>
                  <a:pt x="107" y="75"/>
                </a:lnTo>
                <a:lnTo>
                  <a:pt x="106" y="72"/>
                </a:lnTo>
                <a:lnTo>
                  <a:pt x="105" y="69"/>
                </a:lnTo>
                <a:lnTo>
                  <a:pt x="103" y="67"/>
                </a:lnTo>
                <a:lnTo>
                  <a:pt x="101" y="64"/>
                </a:lnTo>
                <a:lnTo>
                  <a:pt x="100" y="62"/>
                </a:lnTo>
                <a:lnTo>
                  <a:pt x="98" y="59"/>
                </a:lnTo>
                <a:lnTo>
                  <a:pt x="96" y="56"/>
                </a:lnTo>
                <a:lnTo>
                  <a:pt x="95" y="54"/>
                </a:lnTo>
                <a:lnTo>
                  <a:pt x="93" y="52"/>
                </a:lnTo>
                <a:lnTo>
                  <a:pt x="91" y="49"/>
                </a:lnTo>
                <a:lnTo>
                  <a:pt x="89" y="47"/>
                </a:lnTo>
                <a:lnTo>
                  <a:pt x="87" y="45"/>
                </a:lnTo>
                <a:lnTo>
                  <a:pt x="85" y="42"/>
                </a:lnTo>
                <a:lnTo>
                  <a:pt x="80" y="37"/>
                </a:lnTo>
                <a:lnTo>
                  <a:pt x="74" y="32"/>
                </a:lnTo>
                <a:lnTo>
                  <a:pt x="68" y="27"/>
                </a:lnTo>
                <a:lnTo>
                  <a:pt x="62" y="23"/>
                </a:lnTo>
                <a:lnTo>
                  <a:pt x="55" y="19"/>
                </a:lnTo>
                <a:lnTo>
                  <a:pt x="49" y="15"/>
                </a:lnTo>
                <a:lnTo>
                  <a:pt x="43" y="12"/>
                </a:lnTo>
                <a:lnTo>
                  <a:pt x="37" y="10"/>
                </a:lnTo>
                <a:lnTo>
                  <a:pt x="31" y="7"/>
                </a:lnTo>
                <a:lnTo>
                  <a:pt x="26" y="5"/>
                </a:lnTo>
                <a:lnTo>
                  <a:pt x="21" y="4"/>
                </a:lnTo>
                <a:lnTo>
                  <a:pt x="17" y="3"/>
                </a:lnTo>
                <a:lnTo>
                  <a:pt x="14" y="2"/>
                </a:lnTo>
                <a:lnTo>
                  <a:pt x="11" y="1"/>
                </a:ln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7" y="0"/>
                </a:lnTo>
                <a:lnTo>
                  <a:pt x="7" y="0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lnTo>
                  <a:pt x="3" y="1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1" y="3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5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0" y="7"/>
                </a:lnTo>
                <a:lnTo>
                  <a:pt x="0" y="7"/>
                </a:lnTo>
                <a:lnTo>
                  <a:pt x="0" y="8"/>
                </a:lnTo>
                <a:lnTo>
                  <a:pt x="0" y="8"/>
                </a:lnTo>
                <a:lnTo>
                  <a:pt x="0" y="9"/>
                </a:lnTo>
                <a:lnTo>
                  <a:pt x="1" y="9"/>
                </a:lnTo>
                <a:lnTo>
                  <a:pt x="1" y="10"/>
                </a:lnTo>
                <a:lnTo>
                  <a:pt x="1" y="10"/>
                </a:lnTo>
                <a:lnTo>
                  <a:pt x="1" y="11"/>
                </a:lnTo>
                <a:lnTo>
                  <a:pt x="3" y="14"/>
                </a:lnTo>
                <a:lnTo>
                  <a:pt x="5" y="17"/>
                </a:lnTo>
                <a:lnTo>
                  <a:pt x="7" y="21"/>
                </a:lnTo>
                <a:lnTo>
                  <a:pt x="9" y="26"/>
                </a:lnTo>
                <a:lnTo>
                  <a:pt x="11" y="30"/>
                </a:lnTo>
                <a:lnTo>
                  <a:pt x="13" y="35"/>
                </a:lnTo>
                <a:lnTo>
                  <a:pt x="15" y="40"/>
                </a:lnTo>
                <a:lnTo>
                  <a:pt x="17" y="46"/>
                </a:lnTo>
                <a:lnTo>
                  <a:pt x="19" y="51"/>
                </a:lnTo>
                <a:lnTo>
                  <a:pt x="20" y="57"/>
                </a:lnTo>
                <a:lnTo>
                  <a:pt x="22" y="62"/>
                </a:lnTo>
                <a:lnTo>
                  <a:pt x="24" y="67"/>
                </a:lnTo>
                <a:lnTo>
                  <a:pt x="25" y="73"/>
                </a:lnTo>
                <a:lnTo>
                  <a:pt x="27" y="78"/>
                </a:lnTo>
                <a:lnTo>
                  <a:pt x="28" y="82"/>
                </a:lnTo>
                <a:lnTo>
                  <a:pt x="29" y="87"/>
                </a:lnTo>
                <a:lnTo>
                  <a:pt x="66" y="87"/>
                </a:lnTo>
                <a:lnTo>
                  <a:pt x="65" y="85"/>
                </a:lnTo>
                <a:lnTo>
                  <a:pt x="65" y="84"/>
                </a:lnTo>
                <a:lnTo>
                  <a:pt x="64" y="82"/>
                </a:lnTo>
                <a:lnTo>
                  <a:pt x="64" y="81"/>
                </a:lnTo>
                <a:lnTo>
                  <a:pt x="63" y="79"/>
                </a:lnTo>
                <a:lnTo>
                  <a:pt x="63" y="78"/>
                </a:lnTo>
                <a:lnTo>
                  <a:pt x="62" y="76"/>
                </a:lnTo>
                <a:lnTo>
                  <a:pt x="61" y="75"/>
                </a:lnTo>
                <a:lnTo>
                  <a:pt x="61" y="74"/>
                </a:lnTo>
                <a:lnTo>
                  <a:pt x="60" y="72"/>
                </a:lnTo>
                <a:lnTo>
                  <a:pt x="59" y="71"/>
                </a:lnTo>
                <a:lnTo>
                  <a:pt x="58" y="69"/>
                </a:lnTo>
                <a:lnTo>
                  <a:pt x="57" y="68"/>
                </a:lnTo>
                <a:lnTo>
                  <a:pt x="57" y="67"/>
                </a:lnTo>
                <a:lnTo>
                  <a:pt x="56" y="65"/>
                </a:lnTo>
                <a:lnTo>
                  <a:pt x="55" y="64"/>
                </a:lnTo>
                <a:lnTo>
                  <a:pt x="54" y="63"/>
                </a:lnTo>
                <a:lnTo>
                  <a:pt x="54" y="63"/>
                </a:lnTo>
                <a:lnTo>
                  <a:pt x="54" y="62"/>
                </a:lnTo>
                <a:lnTo>
                  <a:pt x="54" y="62"/>
                </a:lnTo>
                <a:lnTo>
                  <a:pt x="53" y="61"/>
                </a:lnTo>
                <a:lnTo>
                  <a:pt x="53" y="60"/>
                </a:lnTo>
                <a:lnTo>
                  <a:pt x="53" y="60"/>
                </a:lnTo>
                <a:lnTo>
                  <a:pt x="54" y="59"/>
                </a:lnTo>
                <a:lnTo>
                  <a:pt x="54" y="58"/>
                </a:lnTo>
                <a:lnTo>
                  <a:pt x="54" y="58"/>
                </a:lnTo>
                <a:lnTo>
                  <a:pt x="54" y="57"/>
                </a:lnTo>
                <a:lnTo>
                  <a:pt x="54" y="57"/>
                </a:lnTo>
                <a:lnTo>
                  <a:pt x="55" y="56"/>
                </a:lnTo>
                <a:lnTo>
                  <a:pt x="55" y="56"/>
                </a:lnTo>
                <a:lnTo>
                  <a:pt x="56" y="55"/>
                </a:lnTo>
                <a:lnTo>
                  <a:pt x="56" y="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3" name="Freeform 1013"/>
          <p:cNvSpPr/>
          <p:nvPr/>
        </p:nvSpPr>
        <p:spPr>
          <a:xfrm>
            <a:off x="2832497" y="3435887"/>
            <a:ext cx="98698" cy="38148"/>
          </a:xfrm>
          <a:custGeom>
            <a:avLst/>
            <a:gdLst/>
            <a:ahLst/>
            <a:cxnLst/>
            <a:rect l="l" t="t" r="r" b="b"/>
            <a:pathLst>
              <a:path w="104" h="40">
                <a:moveTo>
                  <a:pt x="96" y="37"/>
                </a:moveTo>
                <a:lnTo>
                  <a:pt x="96" y="36"/>
                </a:lnTo>
                <a:lnTo>
                  <a:pt x="96" y="35"/>
                </a:lnTo>
                <a:lnTo>
                  <a:pt x="97" y="34"/>
                </a:lnTo>
                <a:lnTo>
                  <a:pt x="97" y="33"/>
                </a:lnTo>
                <a:lnTo>
                  <a:pt x="98" y="32"/>
                </a:lnTo>
                <a:lnTo>
                  <a:pt x="98" y="31"/>
                </a:lnTo>
                <a:lnTo>
                  <a:pt x="98" y="30"/>
                </a:lnTo>
                <a:lnTo>
                  <a:pt x="99" y="29"/>
                </a:lnTo>
                <a:lnTo>
                  <a:pt x="99" y="28"/>
                </a:lnTo>
                <a:lnTo>
                  <a:pt x="100" y="27"/>
                </a:lnTo>
                <a:lnTo>
                  <a:pt x="101" y="27"/>
                </a:lnTo>
                <a:lnTo>
                  <a:pt x="101" y="26"/>
                </a:lnTo>
                <a:lnTo>
                  <a:pt x="102" y="25"/>
                </a:lnTo>
                <a:lnTo>
                  <a:pt x="102" y="24"/>
                </a:lnTo>
                <a:lnTo>
                  <a:pt x="103" y="23"/>
                </a:lnTo>
                <a:lnTo>
                  <a:pt x="104" y="22"/>
                </a:lnTo>
                <a:lnTo>
                  <a:pt x="101" y="19"/>
                </a:lnTo>
                <a:lnTo>
                  <a:pt x="98" y="17"/>
                </a:lnTo>
                <a:lnTo>
                  <a:pt x="95" y="14"/>
                </a:lnTo>
                <a:lnTo>
                  <a:pt x="92" y="11"/>
                </a:lnTo>
                <a:lnTo>
                  <a:pt x="89" y="9"/>
                </a:lnTo>
                <a:lnTo>
                  <a:pt x="85" y="7"/>
                </a:lnTo>
                <a:lnTo>
                  <a:pt x="82" y="5"/>
                </a:lnTo>
                <a:lnTo>
                  <a:pt x="78" y="4"/>
                </a:lnTo>
                <a:lnTo>
                  <a:pt x="74" y="3"/>
                </a:lnTo>
                <a:lnTo>
                  <a:pt x="71" y="2"/>
                </a:lnTo>
                <a:lnTo>
                  <a:pt x="67" y="1"/>
                </a:lnTo>
                <a:lnTo>
                  <a:pt x="63" y="0"/>
                </a:lnTo>
                <a:lnTo>
                  <a:pt x="59" y="0"/>
                </a:lnTo>
                <a:lnTo>
                  <a:pt x="55" y="0"/>
                </a:lnTo>
                <a:lnTo>
                  <a:pt x="51" y="0"/>
                </a:lnTo>
                <a:lnTo>
                  <a:pt x="47" y="1"/>
                </a:lnTo>
                <a:lnTo>
                  <a:pt x="43" y="2"/>
                </a:lnTo>
                <a:lnTo>
                  <a:pt x="39" y="3"/>
                </a:lnTo>
                <a:lnTo>
                  <a:pt x="35" y="4"/>
                </a:lnTo>
                <a:lnTo>
                  <a:pt x="31" y="6"/>
                </a:lnTo>
                <a:lnTo>
                  <a:pt x="28" y="7"/>
                </a:lnTo>
                <a:lnTo>
                  <a:pt x="24" y="9"/>
                </a:lnTo>
                <a:lnTo>
                  <a:pt x="21" y="12"/>
                </a:lnTo>
                <a:lnTo>
                  <a:pt x="18" y="14"/>
                </a:lnTo>
                <a:lnTo>
                  <a:pt x="15" y="17"/>
                </a:lnTo>
                <a:lnTo>
                  <a:pt x="12" y="20"/>
                </a:lnTo>
                <a:lnTo>
                  <a:pt x="10" y="23"/>
                </a:lnTo>
                <a:lnTo>
                  <a:pt x="7" y="26"/>
                </a:lnTo>
                <a:lnTo>
                  <a:pt x="5" y="29"/>
                </a:lnTo>
                <a:lnTo>
                  <a:pt x="3" y="33"/>
                </a:lnTo>
                <a:lnTo>
                  <a:pt x="1" y="36"/>
                </a:lnTo>
                <a:lnTo>
                  <a:pt x="0" y="40"/>
                </a:lnTo>
                <a:lnTo>
                  <a:pt x="95" y="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4" name="Freeform 1014"/>
          <p:cNvSpPr/>
          <p:nvPr/>
        </p:nvSpPr>
        <p:spPr>
          <a:xfrm>
            <a:off x="2932709" y="3445402"/>
            <a:ext cx="131997" cy="166668"/>
          </a:xfrm>
          <a:custGeom>
            <a:avLst/>
            <a:gdLst/>
            <a:ahLst/>
            <a:cxnLst/>
            <a:rect l="l" t="t" r="r" b="b"/>
            <a:pathLst>
              <a:path w="139" h="175">
                <a:moveTo>
                  <a:pt x="139" y="60"/>
                </a:moveTo>
                <a:lnTo>
                  <a:pt x="138" y="52"/>
                </a:lnTo>
                <a:lnTo>
                  <a:pt x="137" y="46"/>
                </a:lnTo>
                <a:lnTo>
                  <a:pt x="135" y="40"/>
                </a:lnTo>
                <a:lnTo>
                  <a:pt x="133" y="34"/>
                </a:lnTo>
                <a:lnTo>
                  <a:pt x="131" y="29"/>
                </a:lnTo>
                <a:lnTo>
                  <a:pt x="129" y="24"/>
                </a:lnTo>
                <a:lnTo>
                  <a:pt x="127" y="19"/>
                </a:lnTo>
                <a:lnTo>
                  <a:pt x="125" y="15"/>
                </a:lnTo>
                <a:lnTo>
                  <a:pt x="122" y="12"/>
                </a:lnTo>
                <a:lnTo>
                  <a:pt x="119" y="9"/>
                </a:lnTo>
                <a:lnTo>
                  <a:pt x="116" y="6"/>
                </a:lnTo>
                <a:lnTo>
                  <a:pt x="113" y="4"/>
                </a:lnTo>
                <a:lnTo>
                  <a:pt x="111" y="2"/>
                </a:lnTo>
                <a:lnTo>
                  <a:pt x="108" y="1"/>
                </a:lnTo>
                <a:lnTo>
                  <a:pt x="105" y="0"/>
                </a:lnTo>
                <a:lnTo>
                  <a:pt x="102" y="0"/>
                </a:lnTo>
                <a:lnTo>
                  <a:pt x="100" y="0"/>
                </a:lnTo>
                <a:lnTo>
                  <a:pt x="99" y="0"/>
                </a:lnTo>
                <a:lnTo>
                  <a:pt x="97" y="0"/>
                </a:lnTo>
                <a:lnTo>
                  <a:pt x="96" y="1"/>
                </a:lnTo>
                <a:lnTo>
                  <a:pt x="95" y="1"/>
                </a:lnTo>
                <a:lnTo>
                  <a:pt x="93" y="1"/>
                </a:lnTo>
                <a:lnTo>
                  <a:pt x="92" y="1"/>
                </a:lnTo>
                <a:lnTo>
                  <a:pt x="90" y="1"/>
                </a:lnTo>
                <a:lnTo>
                  <a:pt x="89" y="1"/>
                </a:lnTo>
                <a:lnTo>
                  <a:pt x="87" y="2"/>
                </a:lnTo>
                <a:lnTo>
                  <a:pt x="86" y="2"/>
                </a:lnTo>
                <a:lnTo>
                  <a:pt x="85" y="2"/>
                </a:lnTo>
                <a:lnTo>
                  <a:pt x="83" y="2"/>
                </a:lnTo>
                <a:lnTo>
                  <a:pt x="82" y="2"/>
                </a:lnTo>
                <a:lnTo>
                  <a:pt x="80" y="3"/>
                </a:lnTo>
                <a:lnTo>
                  <a:pt x="79" y="3"/>
                </a:lnTo>
                <a:lnTo>
                  <a:pt x="82" y="11"/>
                </a:lnTo>
                <a:lnTo>
                  <a:pt x="85" y="20"/>
                </a:lnTo>
                <a:lnTo>
                  <a:pt x="87" y="29"/>
                </a:lnTo>
                <a:lnTo>
                  <a:pt x="89" y="38"/>
                </a:lnTo>
                <a:lnTo>
                  <a:pt x="90" y="46"/>
                </a:lnTo>
                <a:lnTo>
                  <a:pt x="91" y="55"/>
                </a:lnTo>
                <a:lnTo>
                  <a:pt x="91" y="63"/>
                </a:lnTo>
                <a:lnTo>
                  <a:pt x="91" y="70"/>
                </a:lnTo>
                <a:lnTo>
                  <a:pt x="91" y="77"/>
                </a:lnTo>
                <a:lnTo>
                  <a:pt x="91" y="84"/>
                </a:lnTo>
                <a:lnTo>
                  <a:pt x="90" y="90"/>
                </a:lnTo>
                <a:lnTo>
                  <a:pt x="90" y="95"/>
                </a:lnTo>
                <a:lnTo>
                  <a:pt x="89" y="99"/>
                </a:lnTo>
                <a:lnTo>
                  <a:pt x="89" y="102"/>
                </a:lnTo>
                <a:lnTo>
                  <a:pt x="88" y="104"/>
                </a:lnTo>
                <a:lnTo>
                  <a:pt x="88" y="105"/>
                </a:lnTo>
                <a:lnTo>
                  <a:pt x="88" y="105"/>
                </a:lnTo>
                <a:lnTo>
                  <a:pt x="88" y="106"/>
                </a:lnTo>
                <a:lnTo>
                  <a:pt x="88" y="106"/>
                </a:lnTo>
                <a:lnTo>
                  <a:pt x="88" y="107"/>
                </a:lnTo>
                <a:lnTo>
                  <a:pt x="87" y="107"/>
                </a:lnTo>
                <a:lnTo>
                  <a:pt x="87" y="108"/>
                </a:lnTo>
                <a:lnTo>
                  <a:pt x="86" y="108"/>
                </a:lnTo>
                <a:lnTo>
                  <a:pt x="86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0"/>
                </a:lnTo>
                <a:lnTo>
                  <a:pt x="83" y="110"/>
                </a:lnTo>
                <a:lnTo>
                  <a:pt x="82" y="110"/>
                </a:lnTo>
                <a:lnTo>
                  <a:pt x="82" y="110"/>
                </a:lnTo>
                <a:lnTo>
                  <a:pt x="81" y="110"/>
                </a:lnTo>
                <a:lnTo>
                  <a:pt x="80" y="110"/>
                </a:lnTo>
                <a:lnTo>
                  <a:pt x="80" y="110"/>
                </a:lnTo>
                <a:lnTo>
                  <a:pt x="79" y="110"/>
                </a:lnTo>
                <a:lnTo>
                  <a:pt x="78" y="109"/>
                </a:lnTo>
                <a:lnTo>
                  <a:pt x="78" y="109"/>
                </a:lnTo>
                <a:lnTo>
                  <a:pt x="77" y="109"/>
                </a:lnTo>
                <a:lnTo>
                  <a:pt x="77" y="108"/>
                </a:lnTo>
                <a:lnTo>
                  <a:pt x="76" y="108"/>
                </a:lnTo>
                <a:lnTo>
                  <a:pt x="76" y="107"/>
                </a:lnTo>
                <a:lnTo>
                  <a:pt x="76" y="107"/>
                </a:lnTo>
                <a:lnTo>
                  <a:pt x="76" y="106"/>
                </a:lnTo>
                <a:lnTo>
                  <a:pt x="75" y="105"/>
                </a:lnTo>
                <a:lnTo>
                  <a:pt x="75" y="105"/>
                </a:lnTo>
                <a:lnTo>
                  <a:pt x="75" y="104"/>
                </a:lnTo>
                <a:lnTo>
                  <a:pt x="75" y="103"/>
                </a:lnTo>
                <a:lnTo>
                  <a:pt x="75" y="103"/>
                </a:lnTo>
                <a:lnTo>
                  <a:pt x="75" y="102"/>
                </a:lnTo>
                <a:lnTo>
                  <a:pt x="75" y="101"/>
                </a:lnTo>
                <a:lnTo>
                  <a:pt x="76" y="99"/>
                </a:lnTo>
                <a:lnTo>
                  <a:pt x="76" y="96"/>
                </a:lnTo>
                <a:lnTo>
                  <a:pt x="77" y="93"/>
                </a:lnTo>
                <a:lnTo>
                  <a:pt x="77" y="88"/>
                </a:lnTo>
                <a:lnTo>
                  <a:pt x="77" y="82"/>
                </a:lnTo>
                <a:lnTo>
                  <a:pt x="78" y="76"/>
                </a:lnTo>
                <a:lnTo>
                  <a:pt x="78" y="69"/>
                </a:lnTo>
                <a:lnTo>
                  <a:pt x="78" y="62"/>
                </a:lnTo>
                <a:lnTo>
                  <a:pt x="77" y="54"/>
                </a:lnTo>
                <a:lnTo>
                  <a:pt x="77" y="46"/>
                </a:lnTo>
                <a:lnTo>
                  <a:pt x="75" y="38"/>
                </a:lnTo>
                <a:lnTo>
                  <a:pt x="74" y="29"/>
                </a:lnTo>
                <a:lnTo>
                  <a:pt x="71" y="21"/>
                </a:lnTo>
                <a:lnTo>
                  <a:pt x="69" y="13"/>
                </a:lnTo>
                <a:lnTo>
                  <a:pt x="65" y="5"/>
                </a:lnTo>
                <a:lnTo>
                  <a:pt x="61" y="6"/>
                </a:lnTo>
                <a:lnTo>
                  <a:pt x="57" y="6"/>
                </a:lnTo>
                <a:lnTo>
                  <a:pt x="54" y="7"/>
                </a:lnTo>
                <a:lnTo>
                  <a:pt x="50" y="8"/>
                </a:lnTo>
                <a:lnTo>
                  <a:pt x="46" y="8"/>
                </a:lnTo>
                <a:lnTo>
                  <a:pt x="42" y="9"/>
                </a:lnTo>
                <a:lnTo>
                  <a:pt x="39" y="10"/>
                </a:lnTo>
                <a:lnTo>
                  <a:pt x="35" y="10"/>
                </a:lnTo>
                <a:lnTo>
                  <a:pt x="32" y="11"/>
                </a:lnTo>
                <a:lnTo>
                  <a:pt x="29" y="11"/>
                </a:lnTo>
                <a:lnTo>
                  <a:pt x="27" y="12"/>
                </a:lnTo>
                <a:lnTo>
                  <a:pt x="24" y="12"/>
                </a:lnTo>
                <a:lnTo>
                  <a:pt x="22" y="13"/>
                </a:lnTo>
                <a:lnTo>
                  <a:pt x="20" y="13"/>
                </a:lnTo>
                <a:lnTo>
                  <a:pt x="19" y="13"/>
                </a:lnTo>
                <a:lnTo>
                  <a:pt x="17" y="13"/>
                </a:lnTo>
                <a:lnTo>
                  <a:pt x="16" y="14"/>
                </a:lnTo>
                <a:lnTo>
                  <a:pt x="14" y="14"/>
                </a:lnTo>
                <a:lnTo>
                  <a:pt x="12" y="14"/>
                </a:lnTo>
                <a:lnTo>
                  <a:pt x="11" y="15"/>
                </a:lnTo>
                <a:lnTo>
                  <a:pt x="10" y="16"/>
                </a:lnTo>
                <a:lnTo>
                  <a:pt x="8" y="17"/>
                </a:lnTo>
                <a:lnTo>
                  <a:pt x="7" y="18"/>
                </a:lnTo>
                <a:lnTo>
                  <a:pt x="6" y="19"/>
                </a:lnTo>
                <a:lnTo>
                  <a:pt x="5" y="20"/>
                </a:lnTo>
                <a:lnTo>
                  <a:pt x="4" y="21"/>
                </a:lnTo>
                <a:lnTo>
                  <a:pt x="3" y="23"/>
                </a:lnTo>
                <a:lnTo>
                  <a:pt x="3" y="24"/>
                </a:lnTo>
                <a:lnTo>
                  <a:pt x="2" y="26"/>
                </a:lnTo>
                <a:lnTo>
                  <a:pt x="1" y="27"/>
                </a:lnTo>
                <a:lnTo>
                  <a:pt x="1" y="29"/>
                </a:lnTo>
                <a:lnTo>
                  <a:pt x="0" y="30"/>
                </a:lnTo>
                <a:lnTo>
                  <a:pt x="18" y="30"/>
                </a:lnTo>
                <a:lnTo>
                  <a:pt x="19" y="32"/>
                </a:lnTo>
                <a:lnTo>
                  <a:pt x="20" y="34"/>
                </a:lnTo>
                <a:lnTo>
                  <a:pt x="21" y="36"/>
                </a:lnTo>
                <a:lnTo>
                  <a:pt x="21" y="38"/>
                </a:lnTo>
                <a:lnTo>
                  <a:pt x="22" y="39"/>
                </a:lnTo>
                <a:lnTo>
                  <a:pt x="23" y="41"/>
                </a:lnTo>
                <a:lnTo>
                  <a:pt x="23" y="43"/>
                </a:lnTo>
                <a:lnTo>
                  <a:pt x="24" y="45"/>
                </a:lnTo>
                <a:lnTo>
                  <a:pt x="24" y="47"/>
                </a:lnTo>
                <a:lnTo>
                  <a:pt x="25" y="49"/>
                </a:lnTo>
                <a:lnTo>
                  <a:pt x="26" y="51"/>
                </a:lnTo>
                <a:lnTo>
                  <a:pt x="26" y="53"/>
                </a:lnTo>
                <a:lnTo>
                  <a:pt x="27" y="55"/>
                </a:lnTo>
                <a:lnTo>
                  <a:pt x="27" y="57"/>
                </a:lnTo>
                <a:lnTo>
                  <a:pt x="28" y="59"/>
                </a:lnTo>
                <a:lnTo>
                  <a:pt x="28" y="61"/>
                </a:lnTo>
                <a:lnTo>
                  <a:pt x="30" y="68"/>
                </a:lnTo>
                <a:lnTo>
                  <a:pt x="32" y="75"/>
                </a:lnTo>
                <a:lnTo>
                  <a:pt x="34" y="83"/>
                </a:lnTo>
                <a:lnTo>
                  <a:pt x="35" y="91"/>
                </a:lnTo>
                <a:lnTo>
                  <a:pt x="37" y="99"/>
                </a:lnTo>
                <a:lnTo>
                  <a:pt x="39" y="106"/>
                </a:lnTo>
                <a:lnTo>
                  <a:pt x="40" y="114"/>
                </a:lnTo>
                <a:lnTo>
                  <a:pt x="42" y="121"/>
                </a:lnTo>
                <a:lnTo>
                  <a:pt x="43" y="128"/>
                </a:lnTo>
                <a:lnTo>
                  <a:pt x="44" y="134"/>
                </a:lnTo>
                <a:lnTo>
                  <a:pt x="45" y="140"/>
                </a:lnTo>
                <a:lnTo>
                  <a:pt x="46" y="145"/>
                </a:lnTo>
                <a:lnTo>
                  <a:pt x="47" y="150"/>
                </a:lnTo>
                <a:lnTo>
                  <a:pt x="48" y="153"/>
                </a:lnTo>
                <a:lnTo>
                  <a:pt x="48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9"/>
                </a:lnTo>
                <a:lnTo>
                  <a:pt x="49" y="160"/>
                </a:lnTo>
                <a:lnTo>
                  <a:pt x="49" y="161"/>
                </a:lnTo>
                <a:lnTo>
                  <a:pt x="49" y="162"/>
                </a:lnTo>
                <a:lnTo>
                  <a:pt x="49" y="163"/>
                </a:lnTo>
                <a:lnTo>
                  <a:pt x="49" y="164"/>
                </a:lnTo>
                <a:lnTo>
                  <a:pt x="50" y="166"/>
                </a:lnTo>
                <a:lnTo>
                  <a:pt x="50" y="167"/>
                </a:lnTo>
                <a:lnTo>
                  <a:pt x="51" y="168"/>
                </a:lnTo>
                <a:lnTo>
                  <a:pt x="52" y="169"/>
                </a:lnTo>
                <a:lnTo>
                  <a:pt x="52" y="170"/>
                </a:lnTo>
                <a:lnTo>
                  <a:pt x="53" y="171"/>
                </a:lnTo>
                <a:lnTo>
                  <a:pt x="54" y="172"/>
                </a:lnTo>
                <a:lnTo>
                  <a:pt x="55" y="173"/>
                </a:lnTo>
                <a:lnTo>
                  <a:pt x="57" y="174"/>
                </a:lnTo>
                <a:lnTo>
                  <a:pt x="57" y="174"/>
                </a:lnTo>
                <a:lnTo>
                  <a:pt x="57" y="174"/>
                </a:lnTo>
                <a:lnTo>
                  <a:pt x="58" y="174"/>
                </a:lnTo>
                <a:lnTo>
                  <a:pt x="58" y="174"/>
                </a:lnTo>
                <a:lnTo>
                  <a:pt x="58" y="174"/>
                </a:lnTo>
                <a:lnTo>
                  <a:pt x="59" y="175"/>
                </a:lnTo>
                <a:lnTo>
                  <a:pt x="59" y="175"/>
                </a:lnTo>
                <a:lnTo>
                  <a:pt x="59" y="175"/>
                </a:lnTo>
                <a:lnTo>
                  <a:pt x="60" y="175"/>
                </a:lnTo>
                <a:lnTo>
                  <a:pt x="60" y="175"/>
                </a:lnTo>
                <a:lnTo>
                  <a:pt x="60" y="175"/>
                </a:lnTo>
                <a:lnTo>
                  <a:pt x="61" y="175"/>
                </a:lnTo>
                <a:lnTo>
                  <a:pt x="61" y="175"/>
                </a:lnTo>
                <a:lnTo>
                  <a:pt x="61" y="175"/>
                </a:lnTo>
                <a:lnTo>
                  <a:pt x="62" y="175"/>
                </a:lnTo>
                <a:lnTo>
                  <a:pt x="62" y="175"/>
                </a:lnTo>
                <a:lnTo>
                  <a:pt x="63" y="175"/>
                </a:lnTo>
                <a:lnTo>
                  <a:pt x="64" y="175"/>
                </a:lnTo>
                <a:lnTo>
                  <a:pt x="65" y="175"/>
                </a:lnTo>
                <a:lnTo>
                  <a:pt x="66" y="174"/>
                </a:lnTo>
                <a:lnTo>
                  <a:pt x="67" y="174"/>
                </a:lnTo>
                <a:lnTo>
                  <a:pt x="68" y="174"/>
                </a:lnTo>
                <a:lnTo>
                  <a:pt x="69" y="173"/>
                </a:lnTo>
                <a:lnTo>
                  <a:pt x="69" y="173"/>
                </a:lnTo>
                <a:lnTo>
                  <a:pt x="70" y="173"/>
                </a:lnTo>
                <a:lnTo>
                  <a:pt x="71" y="172"/>
                </a:lnTo>
                <a:lnTo>
                  <a:pt x="72" y="172"/>
                </a:lnTo>
                <a:lnTo>
                  <a:pt x="73" y="171"/>
                </a:lnTo>
                <a:lnTo>
                  <a:pt x="74" y="171"/>
                </a:lnTo>
                <a:lnTo>
                  <a:pt x="74" y="170"/>
                </a:lnTo>
                <a:lnTo>
                  <a:pt x="75" y="170"/>
                </a:lnTo>
                <a:lnTo>
                  <a:pt x="76" y="169"/>
                </a:lnTo>
                <a:lnTo>
                  <a:pt x="79" y="166"/>
                </a:lnTo>
                <a:lnTo>
                  <a:pt x="83" y="163"/>
                </a:lnTo>
                <a:lnTo>
                  <a:pt x="87" y="158"/>
                </a:lnTo>
                <a:lnTo>
                  <a:pt x="92" y="153"/>
                </a:lnTo>
                <a:lnTo>
                  <a:pt x="98" y="147"/>
                </a:lnTo>
                <a:lnTo>
                  <a:pt x="103" y="140"/>
                </a:lnTo>
                <a:lnTo>
                  <a:pt x="109" y="133"/>
                </a:lnTo>
                <a:lnTo>
                  <a:pt x="114" y="125"/>
                </a:lnTo>
                <a:lnTo>
                  <a:pt x="119" y="118"/>
                </a:lnTo>
                <a:lnTo>
                  <a:pt x="124" y="109"/>
                </a:lnTo>
                <a:lnTo>
                  <a:pt x="129" y="101"/>
                </a:lnTo>
                <a:lnTo>
                  <a:pt x="132" y="92"/>
                </a:lnTo>
                <a:lnTo>
                  <a:pt x="135" y="84"/>
                </a:lnTo>
                <a:lnTo>
                  <a:pt x="137" y="76"/>
                </a:lnTo>
                <a:lnTo>
                  <a:pt x="139" y="67"/>
                </a:lnTo>
                <a:lnTo>
                  <a:pt x="139" y="6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5" name="Freeform 1015"/>
          <p:cNvSpPr/>
          <p:nvPr/>
        </p:nvSpPr>
        <p:spPr>
          <a:xfrm>
            <a:off x="2701928" y="3483578"/>
            <a:ext cx="381829" cy="168640"/>
          </a:xfrm>
          <a:custGeom>
            <a:avLst/>
            <a:gdLst/>
            <a:ahLst/>
            <a:cxnLst/>
            <a:rect l="l" t="t" r="r" b="b"/>
            <a:pathLst>
              <a:path w="401" h="177">
                <a:moveTo>
                  <a:pt x="394" y="0"/>
                </a:moveTo>
                <a:lnTo>
                  <a:pt x="388" y="0"/>
                </a:lnTo>
                <a:lnTo>
                  <a:pt x="388" y="1"/>
                </a:lnTo>
                <a:lnTo>
                  <a:pt x="388" y="2"/>
                </a:lnTo>
                <a:lnTo>
                  <a:pt x="389" y="3"/>
                </a:lnTo>
                <a:lnTo>
                  <a:pt x="389" y="5"/>
                </a:lnTo>
                <a:lnTo>
                  <a:pt x="389" y="6"/>
                </a:lnTo>
                <a:lnTo>
                  <a:pt x="389" y="7"/>
                </a:lnTo>
                <a:lnTo>
                  <a:pt x="389" y="8"/>
                </a:lnTo>
                <a:lnTo>
                  <a:pt x="390" y="9"/>
                </a:lnTo>
                <a:lnTo>
                  <a:pt x="390" y="10"/>
                </a:lnTo>
                <a:lnTo>
                  <a:pt x="390" y="12"/>
                </a:lnTo>
                <a:lnTo>
                  <a:pt x="390" y="13"/>
                </a:lnTo>
                <a:lnTo>
                  <a:pt x="390" y="14"/>
                </a:lnTo>
                <a:lnTo>
                  <a:pt x="390" y="15"/>
                </a:lnTo>
                <a:lnTo>
                  <a:pt x="391" y="16"/>
                </a:lnTo>
                <a:lnTo>
                  <a:pt x="391" y="17"/>
                </a:lnTo>
                <a:lnTo>
                  <a:pt x="391" y="19"/>
                </a:lnTo>
                <a:lnTo>
                  <a:pt x="391" y="27"/>
                </a:lnTo>
                <a:lnTo>
                  <a:pt x="390" y="36"/>
                </a:lnTo>
                <a:lnTo>
                  <a:pt x="388" y="45"/>
                </a:lnTo>
                <a:lnTo>
                  <a:pt x="384" y="55"/>
                </a:lnTo>
                <a:lnTo>
                  <a:pt x="380" y="64"/>
                </a:lnTo>
                <a:lnTo>
                  <a:pt x="376" y="73"/>
                </a:lnTo>
                <a:lnTo>
                  <a:pt x="371" y="82"/>
                </a:lnTo>
                <a:lnTo>
                  <a:pt x="365" y="90"/>
                </a:lnTo>
                <a:lnTo>
                  <a:pt x="359" y="98"/>
                </a:lnTo>
                <a:lnTo>
                  <a:pt x="354" y="106"/>
                </a:lnTo>
                <a:lnTo>
                  <a:pt x="348" y="113"/>
                </a:lnTo>
                <a:lnTo>
                  <a:pt x="342" y="119"/>
                </a:lnTo>
                <a:lnTo>
                  <a:pt x="337" y="125"/>
                </a:lnTo>
                <a:lnTo>
                  <a:pt x="332" y="130"/>
                </a:lnTo>
                <a:lnTo>
                  <a:pt x="328" y="134"/>
                </a:lnTo>
                <a:lnTo>
                  <a:pt x="324" y="137"/>
                </a:lnTo>
                <a:lnTo>
                  <a:pt x="323" y="138"/>
                </a:lnTo>
                <a:lnTo>
                  <a:pt x="322" y="138"/>
                </a:lnTo>
                <a:lnTo>
                  <a:pt x="321" y="139"/>
                </a:lnTo>
                <a:lnTo>
                  <a:pt x="320" y="140"/>
                </a:lnTo>
                <a:lnTo>
                  <a:pt x="319" y="141"/>
                </a:lnTo>
                <a:lnTo>
                  <a:pt x="318" y="141"/>
                </a:lnTo>
                <a:lnTo>
                  <a:pt x="316" y="142"/>
                </a:lnTo>
                <a:lnTo>
                  <a:pt x="315" y="143"/>
                </a:lnTo>
                <a:lnTo>
                  <a:pt x="314" y="143"/>
                </a:lnTo>
                <a:lnTo>
                  <a:pt x="313" y="143"/>
                </a:lnTo>
                <a:lnTo>
                  <a:pt x="311" y="144"/>
                </a:lnTo>
                <a:lnTo>
                  <a:pt x="310" y="144"/>
                </a:lnTo>
                <a:lnTo>
                  <a:pt x="308" y="144"/>
                </a:lnTo>
                <a:lnTo>
                  <a:pt x="307" y="145"/>
                </a:lnTo>
                <a:lnTo>
                  <a:pt x="306" y="145"/>
                </a:lnTo>
                <a:lnTo>
                  <a:pt x="304" y="145"/>
                </a:lnTo>
                <a:lnTo>
                  <a:pt x="304" y="145"/>
                </a:lnTo>
                <a:lnTo>
                  <a:pt x="303" y="145"/>
                </a:lnTo>
                <a:lnTo>
                  <a:pt x="302" y="145"/>
                </a:lnTo>
                <a:lnTo>
                  <a:pt x="302" y="145"/>
                </a:lnTo>
                <a:lnTo>
                  <a:pt x="301" y="145"/>
                </a:lnTo>
                <a:lnTo>
                  <a:pt x="301" y="145"/>
                </a:lnTo>
                <a:lnTo>
                  <a:pt x="300" y="144"/>
                </a:lnTo>
                <a:lnTo>
                  <a:pt x="299" y="144"/>
                </a:lnTo>
                <a:lnTo>
                  <a:pt x="299" y="144"/>
                </a:lnTo>
                <a:lnTo>
                  <a:pt x="298" y="144"/>
                </a:lnTo>
                <a:lnTo>
                  <a:pt x="298" y="144"/>
                </a:lnTo>
                <a:lnTo>
                  <a:pt x="297" y="144"/>
                </a:lnTo>
                <a:lnTo>
                  <a:pt x="296" y="143"/>
                </a:lnTo>
                <a:lnTo>
                  <a:pt x="296" y="143"/>
                </a:lnTo>
                <a:lnTo>
                  <a:pt x="295" y="143"/>
                </a:lnTo>
                <a:lnTo>
                  <a:pt x="295" y="143"/>
                </a:lnTo>
                <a:lnTo>
                  <a:pt x="293" y="142"/>
                </a:lnTo>
                <a:lnTo>
                  <a:pt x="292" y="141"/>
                </a:lnTo>
                <a:lnTo>
                  <a:pt x="290" y="140"/>
                </a:lnTo>
                <a:lnTo>
                  <a:pt x="289" y="139"/>
                </a:lnTo>
                <a:lnTo>
                  <a:pt x="288" y="138"/>
                </a:lnTo>
                <a:lnTo>
                  <a:pt x="287" y="136"/>
                </a:lnTo>
                <a:lnTo>
                  <a:pt x="286" y="135"/>
                </a:lnTo>
                <a:lnTo>
                  <a:pt x="285" y="133"/>
                </a:lnTo>
                <a:lnTo>
                  <a:pt x="284" y="132"/>
                </a:lnTo>
                <a:lnTo>
                  <a:pt x="283" y="130"/>
                </a:lnTo>
                <a:lnTo>
                  <a:pt x="282" y="128"/>
                </a:lnTo>
                <a:lnTo>
                  <a:pt x="282" y="127"/>
                </a:lnTo>
                <a:lnTo>
                  <a:pt x="281" y="125"/>
                </a:lnTo>
                <a:lnTo>
                  <a:pt x="281" y="123"/>
                </a:lnTo>
                <a:lnTo>
                  <a:pt x="281" y="121"/>
                </a:lnTo>
                <a:lnTo>
                  <a:pt x="281" y="119"/>
                </a:lnTo>
                <a:lnTo>
                  <a:pt x="280" y="117"/>
                </a:lnTo>
                <a:lnTo>
                  <a:pt x="280" y="114"/>
                </a:lnTo>
                <a:lnTo>
                  <a:pt x="279" y="110"/>
                </a:lnTo>
                <a:lnTo>
                  <a:pt x="278" y="105"/>
                </a:lnTo>
                <a:lnTo>
                  <a:pt x="277" y="100"/>
                </a:lnTo>
                <a:lnTo>
                  <a:pt x="276" y="94"/>
                </a:lnTo>
                <a:lnTo>
                  <a:pt x="275" y="88"/>
                </a:lnTo>
                <a:lnTo>
                  <a:pt x="274" y="81"/>
                </a:lnTo>
                <a:lnTo>
                  <a:pt x="272" y="74"/>
                </a:lnTo>
                <a:lnTo>
                  <a:pt x="271" y="67"/>
                </a:lnTo>
                <a:lnTo>
                  <a:pt x="269" y="60"/>
                </a:lnTo>
                <a:lnTo>
                  <a:pt x="268" y="52"/>
                </a:lnTo>
                <a:lnTo>
                  <a:pt x="266" y="45"/>
                </a:lnTo>
                <a:lnTo>
                  <a:pt x="264" y="37"/>
                </a:lnTo>
                <a:lnTo>
                  <a:pt x="263" y="30"/>
                </a:lnTo>
                <a:lnTo>
                  <a:pt x="261" y="23"/>
                </a:lnTo>
                <a:lnTo>
                  <a:pt x="260" y="21"/>
                </a:lnTo>
                <a:lnTo>
                  <a:pt x="260" y="19"/>
                </a:lnTo>
                <a:lnTo>
                  <a:pt x="259" y="17"/>
                </a:lnTo>
                <a:lnTo>
                  <a:pt x="259" y="15"/>
                </a:lnTo>
                <a:lnTo>
                  <a:pt x="258" y="14"/>
                </a:lnTo>
                <a:lnTo>
                  <a:pt x="258" y="12"/>
                </a:lnTo>
                <a:lnTo>
                  <a:pt x="257" y="11"/>
                </a:lnTo>
                <a:lnTo>
                  <a:pt x="257" y="9"/>
                </a:lnTo>
                <a:lnTo>
                  <a:pt x="256" y="8"/>
                </a:lnTo>
                <a:lnTo>
                  <a:pt x="256" y="6"/>
                </a:lnTo>
                <a:lnTo>
                  <a:pt x="256" y="5"/>
                </a:lnTo>
                <a:lnTo>
                  <a:pt x="255" y="4"/>
                </a:lnTo>
                <a:lnTo>
                  <a:pt x="255" y="3"/>
                </a:lnTo>
                <a:lnTo>
                  <a:pt x="254" y="2"/>
                </a:lnTo>
                <a:lnTo>
                  <a:pt x="254" y="1"/>
                </a:lnTo>
                <a:lnTo>
                  <a:pt x="254" y="0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3" y="1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41"/>
                </a:lnTo>
                <a:lnTo>
                  <a:pt x="0" y="48"/>
                </a:lnTo>
                <a:lnTo>
                  <a:pt x="1" y="54"/>
                </a:lnTo>
                <a:lnTo>
                  <a:pt x="2" y="61"/>
                </a:lnTo>
                <a:lnTo>
                  <a:pt x="3" y="68"/>
                </a:lnTo>
                <a:lnTo>
                  <a:pt x="4" y="74"/>
                </a:lnTo>
                <a:lnTo>
                  <a:pt x="6" y="80"/>
                </a:lnTo>
                <a:lnTo>
                  <a:pt x="8" y="87"/>
                </a:lnTo>
                <a:lnTo>
                  <a:pt x="10" y="93"/>
                </a:lnTo>
                <a:lnTo>
                  <a:pt x="13" y="99"/>
                </a:lnTo>
                <a:lnTo>
                  <a:pt x="16" y="105"/>
                </a:lnTo>
                <a:lnTo>
                  <a:pt x="19" y="111"/>
                </a:lnTo>
                <a:lnTo>
                  <a:pt x="23" y="116"/>
                </a:lnTo>
                <a:lnTo>
                  <a:pt x="27" y="122"/>
                </a:lnTo>
                <a:lnTo>
                  <a:pt x="31" y="127"/>
                </a:lnTo>
                <a:lnTo>
                  <a:pt x="35" y="132"/>
                </a:lnTo>
                <a:lnTo>
                  <a:pt x="40" y="137"/>
                </a:lnTo>
                <a:lnTo>
                  <a:pt x="45" y="142"/>
                </a:lnTo>
                <a:lnTo>
                  <a:pt x="50" y="146"/>
                </a:lnTo>
                <a:lnTo>
                  <a:pt x="55" y="150"/>
                </a:lnTo>
                <a:lnTo>
                  <a:pt x="61" y="154"/>
                </a:lnTo>
                <a:lnTo>
                  <a:pt x="66" y="158"/>
                </a:lnTo>
                <a:lnTo>
                  <a:pt x="72" y="161"/>
                </a:lnTo>
                <a:lnTo>
                  <a:pt x="78" y="164"/>
                </a:lnTo>
                <a:lnTo>
                  <a:pt x="84" y="167"/>
                </a:lnTo>
                <a:lnTo>
                  <a:pt x="90" y="169"/>
                </a:lnTo>
                <a:lnTo>
                  <a:pt x="97" y="171"/>
                </a:lnTo>
                <a:lnTo>
                  <a:pt x="103" y="173"/>
                </a:lnTo>
                <a:lnTo>
                  <a:pt x="109" y="174"/>
                </a:lnTo>
                <a:lnTo>
                  <a:pt x="116" y="176"/>
                </a:lnTo>
                <a:lnTo>
                  <a:pt x="123" y="176"/>
                </a:lnTo>
                <a:lnTo>
                  <a:pt x="129" y="177"/>
                </a:lnTo>
                <a:lnTo>
                  <a:pt x="136" y="177"/>
                </a:lnTo>
                <a:lnTo>
                  <a:pt x="265" y="177"/>
                </a:lnTo>
                <a:lnTo>
                  <a:pt x="271" y="177"/>
                </a:lnTo>
                <a:lnTo>
                  <a:pt x="278" y="176"/>
                </a:lnTo>
                <a:lnTo>
                  <a:pt x="285" y="176"/>
                </a:lnTo>
                <a:lnTo>
                  <a:pt x="291" y="174"/>
                </a:lnTo>
                <a:lnTo>
                  <a:pt x="298" y="173"/>
                </a:lnTo>
                <a:lnTo>
                  <a:pt x="304" y="171"/>
                </a:lnTo>
                <a:lnTo>
                  <a:pt x="311" y="169"/>
                </a:lnTo>
                <a:lnTo>
                  <a:pt x="317" y="167"/>
                </a:lnTo>
                <a:lnTo>
                  <a:pt x="323" y="164"/>
                </a:lnTo>
                <a:lnTo>
                  <a:pt x="329" y="161"/>
                </a:lnTo>
                <a:lnTo>
                  <a:pt x="335" y="158"/>
                </a:lnTo>
                <a:lnTo>
                  <a:pt x="340" y="154"/>
                </a:lnTo>
                <a:lnTo>
                  <a:pt x="346" y="150"/>
                </a:lnTo>
                <a:lnTo>
                  <a:pt x="351" y="146"/>
                </a:lnTo>
                <a:lnTo>
                  <a:pt x="356" y="142"/>
                </a:lnTo>
                <a:lnTo>
                  <a:pt x="361" y="137"/>
                </a:lnTo>
                <a:lnTo>
                  <a:pt x="366" y="132"/>
                </a:lnTo>
                <a:lnTo>
                  <a:pt x="370" y="127"/>
                </a:lnTo>
                <a:lnTo>
                  <a:pt x="374" y="122"/>
                </a:lnTo>
                <a:lnTo>
                  <a:pt x="378" y="116"/>
                </a:lnTo>
                <a:lnTo>
                  <a:pt x="382" y="111"/>
                </a:lnTo>
                <a:lnTo>
                  <a:pt x="385" y="105"/>
                </a:lnTo>
                <a:lnTo>
                  <a:pt x="388" y="99"/>
                </a:lnTo>
                <a:lnTo>
                  <a:pt x="390" y="93"/>
                </a:lnTo>
                <a:lnTo>
                  <a:pt x="393" y="87"/>
                </a:lnTo>
                <a:lnTo>
                  <a:pt x="395" y="80"/>
                </a:lnTo>
                <a:lnTo>
                  <a:pt x="397" y="74"/>
                </a:lnTo>
                <a:lnTo>
                  <a:pt x="398" y="68"/>
                </a:lnTo>
                <a:lnTo>
                  <a:pt x="399" y="61"/>
                </a:lnTo>
                <a:lnTo>
                  <a:pt x="400" y="54"/>
                </a:lnTo>
                <a:lnTo>
                  <a:pt x="401" y="48"/>
                </a:lnTo>
                <a:lnTo>
                  <a:pt x="401" y="41"/>
                </a:lnTo>
                <a:lnTo>
                  <a:pt x="401" y="7"/>
                </a:lnTo>
                <a:lnTo>
                  <a:pt x="401" y="6"/>
                </a:lnTo>
                <a:lnTo>
                  <a:pt x="401" y="5"/>
                </a:lnTo>
                <a:lnTo>
                  <a:pt x="401" y="5"/>
                </a:lnTo>
                <a:lnTo>
                  <a:pt x="400" y="4"/>
                </a:lnTo>
                <a:lnTo>
                  <a:pt x="400" y="3"/>
                </a:lnTo>
                <a:lnTo>
                  <a:pt x="400" y="3"/>
                </a:lnTo>
                <a:lnTo>
                  <a:pt x="399" y="2"/>
                </a:lnTo>
                <a:lnTo>
                  <a:pt x="399" y="2"/>
                </a:lnTo>
                <a:lnTo>
                  <a:pt x="398" y="2"/>
                </a:lnTo>
                <a:lnTo>
                  <a:pt x="398" y="1"/>
                </a:lnTo>
                <a:lnTo>
                  <a:pt x="397" y="1"/>
                </a:lnTo>
                <a:lnTo>
                  <a:pt x="397" y="1"/>
                </a:lnTo>
                <a:lnTo>
                  <a:pt x="396" y="0"/>
                </a:lnTo>
                <a:lnTo>
                  <a:pt x="396" y="0"/>
                </a:lnTo>
                <a:lnTo>
                  <a:pt x="395" y="0"/>
                </a:lnTo>
                <a:lnTo>
                  <a:pt x="394" y="0"/>
                </a:lnTo>
                <a:close/>
                <a:moveTo>
                  <a:pt x="113" y="131"/>
                </a:moveTo>
                <a:lnTo>
                  <a:pt x="113" y="132"/>
                </a:lnTo>
                <a:lnTo>
                  <a:pt x="113" y="132"/>
                </a:lnTo>
                <a:lnTo>
                  <a:pt x="113" y="133"/>
                </a:lnTo>
                <a:lnTo>
                  <a:pt x="113" y="134"/>
                </a:lnTo>
                <a:lnTo>
                  <a:pt x="112" y="134"/>
                </a:lnTo>
                <a:lnTo>
                  <a:pt x="112" y="135"/>
                </a:lnTo>
                <a:lnTo>
                  <a:pt x="112" y="135"/>
                </a:lnTo>
                <a:lnTo>
                  <a:pt x="111" y="135"/>
                </a:lnTo>
                <a:lnTo>
                  <a:pt x="111" y="136"/>
                </a:lnTo>
                <a:lnTo>
                  <a:pt x="110" y="136"/>
                </a:lnTo>
                <a:lnTo>
                  <a:pt x="110" y="136"/>
                </a:lnTo>
                <a:lnTo>
                  <a:pt x="109" y="137"/>
                </a:lnTo>
                <a:lnTo>
                  <a:pt x="109" y="137"/>
                </a:lnTo>
                <a:lnTo>
                  <a:pt x="108" y="137"/>
                </a:lnTo>
                <a:lnTo>
                  <a:pt x="108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2" y="136"/>
                </a:lnTo>
                <a:lnTo>
                  <a:pt x="99" y="135"/>
                </a:lnTo>
                <a:lnTo>
                  <a:pt x="95" y="134"/>
                </a:lnTo>
                <a:lnTo>
                  <a:pt x="91" y="133"/>
                </a:lnTo>
                <a:lnTo>
                  <a:pt x="86" y="131"/>
                </a:lnTo>
                <a:lnTo>
                  <a:pt x="82" y="129"/>
                </a:lnTo>
                <a:lnTo>
                  <a:pt x="78" y="126"/>
                </a:lnTo>
                <a:lnTo>
                  <a:pt x="74" y="123"/>
                </a:lnTo>
                <a:lnTo>
                  <a:pt x="70" y="120"/>
                </a:lnTo>
                <a:lnTo>
                  <a:pt x="67" y="116"/>
                </a:lnTo>
                <a:lnTo>
                  <a:pt x="63" y="112"/>
                </a:lnTo>
                <a:lnTo>
                  <a:pt x="61" y="108"/>
                </a:lnTo>
                <a:lnTo>
                  <a:pt x="58" y="103"/>
                </a:lnTo>
                <a:lnTo>
                  <a:pt x="57" y="97"/>
                </a:lnTo>
                <a:lnTo>
                  <a:pt x="56" y="91"/>
                </a:lnTo>
                <a:lnTo>
                  <a:pt x="55" y="85"/>
                </a:lnTo>
                <a:lnTo>
                  <a:pt x="55" y="85"/>
                </a:lnTo>
                <a:lnTo>
                  <a:pt x="55" y="84"/>
                </a:lnTo>
                <a:lnTo>
                  <a:pt x="55" y="83"/>
                </a:lnTo>
                <a:lnTo>
                  <a:pt x="56" y="83"/>
                </a:lnTo>
                <a:lnTo>
                  <a:pt x="56" y="82"/>
                </a:lnTo>
                <a:lnTo>
                  <a:pt x="56" y="81"/>
                </a:lnTo>
                <a:lnTo>
                  <a:pt x="57" y="81"/>
                </a:lnTo>
                <a:lnTo>
                  <a:pt x="57" y="80"/>
                </a:lnTo>
                <a:lnTo>
                  <a:pt x="58" y="80"/>
                </a:lnTo>
                <a:lnTo>
                  <a:pt x="58" y="80"/>
                </a:lnTo>
                <a:lnTo>
                  <a:pt x="59" y="79"/>
                </a:lnTo>
                <a:lnTo>
                  <a:pt x="59" y="79"/>
                </a:lnTo>
                <a:lnTo>
                  <a:pt x="60" y="79"/>
                </a:lnTo>
                <a:lnTo>
                  <a:pt x="60" y="79"/>
                </a:lnTo>
                <a:lnTo>
                  <a:pt x="61" y="79"/>
                </a:lnTo>
                <a:lnTo>
                  <a:pt x="62" y="79"/>
                </a:lnTo>
                <a:lnTo>
                  <a:pt x="62" y="79"/>
                </a:lnTo>
                <a:lnTo>
                  <a:pt x="63" y="79"/>
                </a:lnTo>
                <a:lnTo>
                  <a:pt x="64" y="79"/>
                </a:lnTo>
                <a:lnTo>
                  <a:pt x="64" y="79"/>
                </a:lnTo>
                <a:lnTo>
                  <a:pt x="65" y="79"/>
                </a:lnTo>
                <a:lnTo>
                  <a:pt x="66" y="80"/>
                </a:lnTo>
                <a:lnTo>
                  <a:pt x="66" y="80"/>
                </a:lnTo>
                <a:lnTo>
                  <a:pt x="67" y="80"/>
                </a:lnTo>
                <a:lnTo>
                  <a:pt x="67" y="81"/>
                </a:lnTo>
                <a:lnTo>
                  <a:pt x="67" y="81"/>
                </a:lnTo>
                <a:lnTo>
                  <a:pt x="68" y="82"/>
                </a:lnTo>
                <a:lnTo>
                  <a:pt x="68" y="83"/>
                </a:lnTo>
                <a:lnTo>
                  <a:pt x="68" y="83"/>
                </a:lnTo>
                <a:lnTo>
                  <a:pt x="68" y="84"/>
                </a:lnTo>
                <a:lnTo>
                  <a:pt x="68" y="85"/>
                </a:lnTo>
                <a:lnTo>
                  <a:pt x="68" y="85"/>
                </a:lnTo>
                <a:lnTo>
                  <a:pt x="69" y="91"/>
                </a:lnTo>
                <a:lnTo>
                  <a:pt x="70" y="96"/>
                </a:lnTo>
                <a:lnTo>
                  <a:pt x="72" y="101"/>
                </a:lnTo>
                <a:lnTo>
                  <a:pt x="74" y="105"/>
                </a:lnTo>
                <a:lnTo>
                  <a:pt x="77" y="108"/>
                </a:lnTo>
                <a:lnTo>
                  <a:pt x="81" y="111"/>
                </a:lnTo>
                <a:lnTo>
                  <a:pt x="84" y="114"/>
                </a:lnTo>
                <a:lnTo>
                  <a:pt x="88" y="116"/>
                </a:lnTo>
                <a:lnTo>
                  <a:pt x="91" y="118"/>
                </a:lnTo>
                <a:lnTo>
                  <a:pt x="95" y="120"/>
                </a:lnTo>
                <a:lnTo>
                  <a:pt x="98" y="121"/>
                </a:lnTo>
                <a:lnTo>
                  <a:pt x="101" y="122"/>
                </a:lnTo>
                <a:lnTo>
                  <a:pt x="104" y="123"/>
                </a:lnTo>
                <a:lnTo>
                  <a:pt x="106" y="123"/>
                </a:lnTo>
                <a:lnTo>
                  <a:pt x="107" y="124"/>
                </a:lnTo>
                <a:lnTo>
                  <a:pt x="108" y="124"/>
                </a:lnTo>
                <a:lnTo>
                  <a:pt x="109" y="124"/>
                </a:lnTo>
                <a:lnTo>
                  <a:pt x="109" y="124"/>
                </a:lnTo>
                <a:lnTo>
                  <a:pt x="110" y="124"/>
                </a:lnTo>
                <a:lnTo>
                  <a:pt x="110" y="125"/>
                </a:lnTo>
                <a:lnTo>
                  <a:pt x="111" y="125"/>
                </a:lnTo>
                <a:lnTo>
                  <a:pt x="111" y="125"/>
                </a:lnTo>
                <a:lnTo>
                  <a:pt x="112" y="126"/>
                </a:lnTo>
                <a:lnTo>
                  <a:pt x="112" y="126"/>
                </a:lnTo>
                <a:lnTo>
                  <a:pt x="113" y="127"/>
                </a:lnTo>
                <a:lnTo>
                  <a:pt x="113" y="127"/>
                </a:lnTo>
                <a:lnTo>
                  <a:pt x="113" y="128"/>
                </a:lnTo>
                <a:lnTo>
                  <a:pt x="113" y="129"/>
                </a:lnTo>
                <a:lnTo>
                  <a:pt x="113" y="129"/>
                </a:lnTo>
                <a:lnTo>
                  <a:pt x="114" y="130"/>
                </a:lnTo>
                <a:lnTo>
                  <a:pt x="114" y="131"/>
                </a:lnTo>
                <a:lnTo>
                  <a:pt x="113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6" name="Freeform 1016"/>
          <p:cNvSpPr/>
          <p:nvPr/>
        </p:nvSpPr>
        <p:spPr>
          <a:xfrm>
            <a:off x="2223202" y="3317167"/>
            <a:ext cx="434035" cy="373237"/>
          </a:xfrm>
          <a:custGeom>
            <a:avLst/>
            <a:gdLst/>
            <a:ahLst/>
            <a:cxnLst/>
            <a:rect l="l" t="t" r="r" b="b"/>
            <a:pathLst>
              <a:path w="456" h="392">
                <a:moveTo>
                  <a:pt x="351" y="9"/>
                </a:moveTo>
                <a:lnTo>
                  <a:pt x="351" y="300"/>
                </a:lnTo>
                <a:lnTo>
                  <a:pt x="351" y="304"/>
                </a:lnTo>
                <a:lnTo>
                  <a:pt x="351" y="308"/>
                </a:lnTo>
                <a:lnTo>
                  <a:pt x="351" y="313"/>
                </a:lnTo>
                <a:lnTo>
                  <a:pt x="350" y="317"/>
                </a:lnTo>
                <a:lnTo>
                  <a:pt x="349" y="321"/>
                </a:lnTo>
                <a:lnTo>
                  <a:pt x="348" y="325"/>
                </a:lnTo>
                <a:lnTo>
                  <a:pt x="347" y="329"/>
                </a:lnTo>
                <a:lnTo>
                  <a:pt x="346" y="334"/>
                </a:lnTo>
                <a:lnTo>
                  <a:pt x="344" y="338"/>
                </a:lnTo>
                <a:lnTo>
                  <a:pt x="343" y="341"/>
                </a:lnTo>
                <a:lnTo>
                  <a:pt x="341" y="345"/>
                </a:lnTo>
                <a:lnTo>
                  <a:pt x="339" y="349"/>
                </a:lnTo>
                <a:lnTo>
                  <a:pt x="336" y="353"/>
                </a:lnTo>
                <a:lnTo>
                  <a:pt x="334" y="356"/>
                </a:lnTo>
                <a:lnTo>
                  <a:pt x="331" y="360"/>
                </a:lnTo>
                <a:lnTo>
                  <a:pt x="328" y="363"/>
                </a:lnTo>
                <a:lnTo>
                  <a:pt x="325" y="366"/>
                </a:lnTo>
                <a:lnTo>
                  <a:pt x="322" y="369"/>
                </a:lnTo>
                <a:lnTo>
                  <a:pt x="319" y="372"/>
                </a:lnTo>
                <a:lnTo>
                  <a:pt x="316" y="374"/>
                </a:lnTo>
                <a:lnTo>
                  <a:pt x="312" y="377"/>
                </a:lnTo>
                <a:lnTo>
                  <a:pt x="309" y="379"/>
                </a:lnTo>
                <a:lnTo>
                  <a:pt x="305" y="381"/>
                </a:lnTo>
                <a:lnTo>
                  <a:pt x="301" y="383"/>
                </a:lnTo>
                <a:lnTo>
                  <a:pt x="297" y="385"/>
                </a:lnTo>
                <a:lnTo>
                  <a:pt x="293" y="387"/>
                </a:lnTo>
                <a:lnTo>
                  <a:pt x="289" y="388"/>
                </a:lnTo>
                <a:lnTo>
                  <a:pt x="285" y="389"/>
                </a:lnTo>
                <a:lnTo>
                  <a:pt x="281" y="390"/>
                </a:lnTo>
                <a:lnTo>
                  <a:pt x="277" y="391"/>
                </a:lnTo>
                <a:lnTo>
                  <a:pt x="272" y="391"/>
                </a:lnTo>
                <a:lnTo>
                  <a:pt x="268" y="392"/>
                </a:lnTo>
                <a:lnTo>
                  <a:pt x="83" y="392"/>
                </a:lnTo>
                <a:lnTo>
                  <a:pt x="79" y="391"/>
                </a:lnTo>
                <a:lnTo>
                  <a:pt x="74" y="391"/>
                </a:lnTo>
                <a:lnTo>
                  <a:pt x="70" y="390"/>
                </a:lnTo>
                <a:lnTo>
                  <a:pt x="66" y="389"/>
                </a:lnTo>
                <a:lnTo>
                  <a:pt x="62" y="388"/>
                </a:lnTo>
                <a:lnTo>
                  <a:pt x="58" y="387"/>
                </a:lnTo>
                <a:lnTo>
                  <a:pt x="54" y="385"/>
                </a:lnTo>
                <a:lnTo>
                  <a:pt x="50" y="383"/>
                </a:lnTo>
                <a:lnTo>
                  <a:pt x="46" y="381"/>
                </a:lnTo>
                <a:lnTo>
                  <a:pt x="42" y="379"/>
                </a:lnTo>
                <a:lnTo>
                  <a:pt x="39" y="377"/>
                </a:lnTo>
                <a:lnTo>
                  <a:pt x="35" y="374"/>
                </a:lnTo>
                <a:lnTo>
                  <a:pt x="32" y="372"/>
                </a:lnTo>
                <a:lnTo>
                  <a:pt x="29" y="369"/>
                </a:lnTo>
                <a:lnTo>
                  <a:pt x="25" y="366"/>
                </a:lnTo>
                <a:lnTo>
                  <a:pt x="23" y="363"/>
                </a:lnTo>
                <a:lnTo>
                  <a:pt x="20" y="360"/>
                </a:lnTo>
                <a:lnTo>
                  <a:pt x="17" y="356"/>
                </a:lnTo>
                <a:lnTo>
                  <a:pt x="15" y="353"/>
                </a:lnTo>
                <a:lnTo>
                  <a:pt x="12" y="349"/>
                </a:lnTo>
                <a:lnTo>
                  <a:pt x="10" y="345"/>
                </a:lnTo>
                <a:lnTo>
                  <a:pt x="8" y="341"/>
                </a:lnTo>
                <a:lnTo>
                  <a:pt x="7" y="338"/>
                </a:lnTo>
                <a:lnTo>
                  <a:pt x="5" y="334"/>
                </a:lnTo>
                <a:lnTo>
                  <a:pt x="4" y="329"/>
                </a:lnTo>
                <a:lnTo>
                  <a:pt x="3" y="325"/>
                </a:lnTo>
                <a:lnTo>
                  <a:pt x="2" y="321"/>
                </a:lnTo>
                <a:lnTo>
                  <a:pt x="1" y="317"/>
                </a:lnTo>
                <a:lnTo>
                  <a:pt x="0" y="313"/>
                </a:lnTo>
                <a:lnTo>
                  <a:pt x="0" y="308"/>
                </a:lnTo>
                <a:lnTo>
                  <a:pt x="0" y="304"/>
                </a:lnTo>
                <a:lnTo>
                  <a:pt x="0" y="300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1" y="6"/>
                </a:lnTo>
                <a:lnTo>
                  <a:pt x="1" y="5"/>
                </a:lnTo>
                <a:lnTo>
                  <a:pt x="1" y="5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5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342" y="0"/>
                </a:lnTo>
                <a:lnTo>
                  <a:pt x="343" y="0"/>
                </a:lnTo>
                <a:lnTo>
                  <a:pt x="344" y="0"/>
                </a:lnTo>
                <a:lnTo>
                  <a:pt x="345" y="0"/>
                </a:lnTo>
                <a:lnTo>
                  <a:pt x="346" y="1"/>
                </a:lnTo>
                <a:lnTo>
                  <a:pt x="346" y="1"/>
                </a:lnTo>
                <a:lnTo>
                  <a:pt x="347" y="2"/>
                </a:lnTo>
                <a:lnTo>
                  <a:pt x="348" y="2"/>
                </a:lnTo>
                <a:lnTo>
                  <a:pt x="348" y="3"/>
                </a:lnTo>
                <a:lnTo>
                  <a:pt x="349" y="3"/>
                </a:lnTo>
                <a:lnTo>
                  <a:pt x="349" y="4"/>
                </a:lnTo>
                <a:lnTo>
                  <a:pt x="350" y="5"/>
                </a:lnTo>
                <a:lnTo>
                  <a:pt x="350" y="5"/>
                </a:lnTo>
                <a:lnTo>
                  <a:pt x="350" y="6"/>
                </a:lnTo>
                <a:lnTo>
                  <a:pt x="351" y="7"/>
                </a:lnTo>
                <a:lnTo>
                  <a:pt x="351" y="8"/>
                </a:lnTo>
                <a:lnTo>
                  <a:pt x="351" y="9"/>
                </a:lnTo>
                <a:close/>
                <a:moveTo>
                  <a:pt x="446" y="42"/>
                </a:moveTo>
                <a:lnTo>
                  <a:pt x="377" y="42"/>
                </a:lnTo>
                <a:lnTo>
                  <a:pt x="377" y="42"/>
                </a:lnTo>
                <a:lnTo>
                  <a:pt x="377" y="42"/>
                </a:lnTo>
                <a:lnTo>
                  <a:pt x="377" y="42"/>
                </a:lnTo>
                <a:lnTo>
                  <a:pt x="376" y="42"/>
                </a:lnTo>
                <a:lnTo>
                  <a:pt x="376" y="42"/>
                </a:lnTo>
                <a:lnTo>
                  <a:pt x="376" y="42"/>
                </a:lnTo>
                <a:lnTo>
                  <a:pt x="375" y="42"/>
                </a:lnTo>
                <a:lnTo>
                  <a:pt x="375" y="42"/>
                </a:lnTo>
                <a:lnTo>
                  <a:pt x="375" y="42"/>
                </a:lnTo>
                <a:lnTo>
                  <a:pt x="374" y="42"/>
                </a:lnTo>
                <a:lnTo>
                  <a:pt x="374" y="42"/>
                </a:lnTo>
                <a:lnTo>
                  <a:pt x="374" y="42"/>
                </a:lnTo>
                <a:lnTo>
                  <a:pt x="373" y="43"/>
                </a:lnTo>
                <a:lnTo>
                  <a:pt x="373" y="43"/>
                </a:lnTo>
                <a:lnTo>
                  <a:pt x="373" y="43"/>
                </a:lnTo>
                <a:lnTo>
                  <a:pt x="373" y="43"/>
                </a:lnTo>
                <a:lnTo>
                  <a:pt x="372" y="43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69" y="47"/>
                </a:lnTo>
                <a:lnTo>
                  <a:pt x="369" y="47"/>
                </a:lnTo>
                <a:lnTo>
                  <a:pt x="369" y="47"/>
                </a:lnTo>
                <a:lnTo>
                  <a:pt x="369" y="47"/>
                </a:lnTo>
                <a:lnTo>
                  <a:pt x="369" y="47"/>
                </a:lnTo>
                <a:lnTo>
                  <a:pt x="369" y="48"/>
                </a:lnTo>
                <a:lnTo>
                  <a:pt x="369" y="48"/>
                </a:lnTo>
                <a:lnTo>
                  <a:pt x="369" y="48"/>
                </a:lnTo>
                <a:lnTo>
                  <a:pt x="369" y="48"/>
                </a:lnTo>
                <a:lnTo>
                  <a:pt x="369" y="48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100"/>
                </a:lnTo>
                <a:lnTo>
                  <a:pt x="369" y="101"/>
                </a:lnTo>
                <a:lnTo>
                  <a:pt x="369" y="101"/>
                </a:lnTo>
                <a:lnTo>
                  <a:pt x="369" y="101"/>
                </a:lnTo>
                <a:lnTo>
                  <a:pt x="369" y="102"/>
                </a:lnTo>
                <a:lnTo>
                  <a:pt x="369" y="102"/>
                </a:lnTo>
                <a:lnTo>
                  <a:pt x="369" y="102"/>
                </a:lnTo>
                <a:lnTo>
                  <a:pt x="369" y="103"/>
                </a:lnTo>
                <a:lnTo>
                  <a:pt x="369" y="103"/>
                </a:lnTo>
                <a:lnTo>
                  <a:pt x="369" y="103"/>
                </a:lnTo>
                <a:lnTo>
                  <a:pt x="369" y="104"/>
                </a:lnTo>
                <a:lnTo>
                  <a:pt x="369" y="104"/>
                </a:lnTo>
                <a:lnTo>
                  <a:pt x="370" y="104"/>
                </a:lnTo>
                <a:lnTo>
                  <a:pt x="370" y="104"/>
                </a:lnTo>
                <a:lnTo>
                  <a:pt x="370" y="105"/>
                </a:lnTo>
                <a:lnTo>
                  <a:pt x="370" y="105"/>
                </a:lnTo>
                <a:lnTo>
                  <a:pt x="370" y="105"/>
                </a:lnTo>
                <a:lnTo>
                  <a:pt x="371" y="107"/>
                </a:lnTo>
                <a:lnTo>
                  <a:pt x="372" y="107"/>
                </a:lnTo>
                <a:lnTo>
                  <a:pt x="372" y="107"/>
                </a:lnTo>
                <a:lnTo>
                  <a:pt x="372" y="108"/>
                </a:lnTo>
                <a:lnTo>
                  <a:pt x="373" y="108"/>
                </a:lnTo>
                <a:lnTo>
                  <a:pt x="373" y="108"/>
                </a:lnTo>
                <a:lnTo>
                  <a:pt x="373" y="108"/>
                </a:lnTo>
                <a:lnTo>
                  <a:pt x="374" y="108"/>
                </a:lnTo>
                <a:lnTo>
                  <a:pt x="374" y="109"/>
                </a:lnTo>
                <a:lnTo>
                  <a:pt x="374" y="109"/>
                </a:lnTo>
                <a:lnTo>
                  <a:pt x="375" y="109"/>
                </a:lnTo>
                <a:lnTo>
                  <a:pt x="375" y="109"/>
                </a:lnTo>
                <a:lnTo>
                  <a:pt x="376" y="109"/>
                </a:lnTo>
                <a:lnTo>
                  <a:pt x="376" y="109"/>
                </a:lnTo>
                <a:lnTo>
                  <a:pt x="376" y="109"/>
                </a:lnTo>
                <a:lnTo>
                  <a:pt x="377" y="109"/>
                </a:lnTo>
                <a:lnTo>
                  <a:pt x="377" y="109"/>
                </a:lnTo>
                <a:lnTo>
                  <a:pt x="396" y="109"/>
                </a:lnTo>
                <a:lnTo>
                  <a:pt x="396" y="242"/>
                </a:lnTo>
                <a:lnTo>
                  <a:pt x="374" y="242"/>
                </a:lnTo>
                <a:lnTo>
                  <a:pt x="374" y="242"/>
                </a:lnTo>
                <a:lnTo>
                  <a:pt x="374" y="242"/>
                </a:lnTo>
                <a:lnTo>
                  <a:pt x="373" y="242"/>
                </a:lnTo>
                <a:lnTo>
                  <a:pt x="373" y="242"/>
                </a:lnTo>
                <a:lnTo>
                  <a:pt x="373" y="242"/>
                </a:lnTo>
                <a:lnTo>
                  <a:pt x="373" y="242"/>
                </a:lnTo>
                <a:lnTo>
                  <a:pt x="373" y="242"/>
                </a:lnTo>
                <a:lnTo>
                  <a:pt x="373" y="243"/>
                </a:lnTo>
                <a:lnTo>
                  <a:pt x="373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6"/>
                </a:lnTo>
                <a:lnTo>
                  <a:pt x="370" y="246"/>
                </a:lnTo>
                <a:lnTo>
                  <a:pt x="370" y="246"/>
                </a:lnTo>
                <a:lnTo>
                  <a:pt x="369" y="246"/>
                </a:lnTo>
                <a:lnTo>
                  <a:pt x="369" y="246"/>
                </a:lnTo>
                <a:lnTo>
                  <a:pt x="369" y="246"/>
                </a:lnTo>
                <a:lnTo>
                  <a:pt x="369" y="246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8"/>
                </a:lnTo>
                <a:lnTo>
                  <a:pt x="369" y="248"/>
                </a:lnTo>
                <a:lnTo>
                  <a:pt x="369" y="248"/>
                </a:lnTo>
                <a:lnTo>
                  <a:pt x="370" y="248"/>
                </a:lnTo>
                <a:lnTo>
                  <a:pt x="369" y="248"/>
                </a:lnTo>
                <a:lnTo>
                  <a:pt x="369" y="248"/>
                </a:lnTo>
                <a:lnTo>
                  <a:pt x="369" y="248"/>
                </a:lnTo>
                <a:lnTo>
                  <a:pt x="369" y="248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50"/>
                </a:lnTo>
                <a:lnTo>
                  <a:pt x="369" y="250"/>
                </a:lnTo>
                <a:lnTo>
                  <a:pt x="370" y="250"/>
                </a:lnTo>
                <a:lnTo>
                  <a:pt x="370" y="300"/>
                </a:lnTo>
                <a:lnTo>
                  <a:pt x="370" y="301"/>
                </a:lnTo>
                <a:lnTo>
                  <a:pt x="370" y="302"/>
                </a:lnTo>
                <a:lnTo>
                  <a:pt x="370" y="302"/>
                </a:lnTo>
                <a:lnTo>
                  <a:pt x="370" y="303"/>
                </a:lnTo>
                <a:lnTo>
                  <a:pt x="371" y="304"/>
                </a:lnTo>
                <a:lnTo>
                  <a:pt x="371" y="305"/>
                </a:lnTo>
                <a:lnTo>
                  <a:pt x="371" y="305"/>
                </a:lnTo>
                <a:lnTo>
                  <a:pt x="372" y="306"/>
                </a:lnTo>
                <a:lnTo>
                  <a:pt x="373" y="306"/>
                </a:lnTo>
                <a:lnTo>
                  <a:pt x="373" y="307"/>
                </a:lnTo>
                <a:lnTo>
                  <a:pt x="374" y="307"/>
                </a:lnTo>
                <a:lnTo>
                  <a:pt x="375" y="308"/>
                </a:lnTo>
                <a:lnTo>
                  <a:pt x="375" y="308"/>
                </a:lnTo>
                <a:lnTo>
                  <a:pt x="376" y="308"/>
                </a:lnTo>
                <a:lnTo>
                  <a:pt x="377" y="308"/>
                </a:lnTo>
                <a:lnTo>
                  <a:pt x="378" y="308"/>
                </a:lnTo>
                <a:lnTo>
                  <a:pt x="447" y="308"/>
                </a:lnTo>
                <a:lnTo>
                  <a:pt x="447" y="308"/>
                </a:lnTo>
                <a:lnTo>
                  <a:pt x="448" y="308"/>
                </a:lnTo>
                <a:lnTo>
                  <a:pt x="448" y="308"/>
                </a:lnTo>
                <a:lnTo>
                  <a:pt x="449" y="308"/>
                </a:lnTo>
                <a:lnTo>
                  <a:pt x="449" y="308"/>
                </a:lnTo>
                <a:lnTo>
                  <a:pt x="450" y="308"/>
                </a:lnTo>
                <a:lnTo>
                  <a:pt x="450" y="308"/>
                </a:lnTo>
                <a:lnTo>
                  <a:pt x="450" y="308"/>
                </a:lnTo>
                <a:lnTo>
                  <a:pt x="451" y="308"/>
                </a:lnTo>
                <a:lnTo>
                  <a:pt x="451" y="307"/>
                </a:lnTo>
                <a:lnTo>
                  <a:pt x="451" y="307"/>
                </a:lnTo>
                <a:lnTo>
                  <a:pt x="452" y="307"/>
                </a:lnTo>
                <a:lnTo>
                  <a:pt x="452" y="307"/>
                </a:lnTo>
                <a:lnTo>
                  <a:pt x="452" y="306"/>
                </a:lnTo>
                <a:lnTo>
                  <a:pt x="453" y="306"/>
                </a:lnTo>
                <a:lnTo>
                  <a:pt x="453" y="306"/>
                </a:lnTo>
                <a:lnTo>
                  <a:pt x="453" y="306"/>
                </a:lnTo>
                <a:lnTo>
                  <a:pt x="454" y="305"/>
                </a:lnTo>
                <a:lnTo>
                  <a:pt x="454" y="305"/>
                </a:lnTo>
                <a:lnTo>
                  <a:pt x="454" y="305"/>
                </a:lnTo>
                <a:lnTo>
                  <a:pt x="454" y="304"/>
                </a:lnTo>
                <a:lnTo>
                  <a:pt x="455" y="304"/>
                </a:lnTo>
                <a:lnTo>
                  <a:pt x="455" y="303"/>
                </a:lnTo>
                <a:lnTo>
                  <a:pt x="455" y="303"/>
                </a:lnTo>
                <a:lnTo>
                  <a:pt x="455" y="303"/>
                </a:lnTo>
                <a:lnTo>
                  <a:pt x="455" y="302"/>
                </a:lnTo>
                <a:lnTo>
                  <a:pt x="455" y="302"/>
                </a:lnTo>
                <a:lnTo>
                  <a:pt x="455" y="301"/>
                </a:lnTo>
                <a:lnTo>
                  <a:pt x="456" y="301"/>
                </a:lnTo>
                <a:lnTo>
                  <a:pt x="456" y="301"/>
                </a:lnTo>
                <a:lnTo>
                  <a:pt x="456" y="300"/>
                </a:lnTo>
                <a:lnTo>
                  <a:pt x="456" y="300"/>
                </a:lnTo>
                <a:lnTo>
                  <a:pt x="456" y="50"/>
                </a:lnTo>
                <a:lnTo>
                  <a:pt x="456" y="50"/>
                </a:lnTo>
                <a:lnTo>
                  <a:pt x="456" y="50"/>
                </a:lnTo>
                <a:lnTo>
                  <a:pt x="456" y="49"/>
                </a:lnTo>
                <a:lnTo>
                  <a:pt x="455" y="49"/>
                </a:lnTo>
                <a:lnTo>
                  <a:pt x="455" y="48"/>
                </a:lnTo>
                <a:lnTo>
                  <a:pt x="455" y="48"/>
                </a:lnTo>
                <a:lnTo>
                  <a:pt x="455" y="47"/>
                </a:lnTo>
                <a:lnTo>
                  <a:pt x="455" y="47"/>
                </a:lnTo>
                <a:lnTo>
                  <a:pt x="455" y="47"/>
                </a:lnTo>
                <a:lnTo>
                  <a:pt x="455" y="46"/>
                </a:lnTo>
                <a:lnTo>
                  <a:pt x="454" y="46"/>
                </a:lnTo>
                <a:lnTo>
                  <a:pt x="454" y="45"/>
                </a:lnTo>
                <a:lnTo>
                  <a:pt x="454" y="45"/>
                </a:lnTo>
                <a:lnTo>
                  <a:pt x="454" y="45"/>
                </a:lnTo>
                <a:lnTo>
                  <a:pt x="453" y="44"/>
                </a:lnTo>
                <a:lnTo>
                  <a:pt x="453" y="44"/>
                </a:lnTo>
                <a:lnTo>
                  <a:pt x="453" y="44"/>
                </a:lnTo>
                <a:lnTo>
                  <a:pt x="452" y="43"/>
                </a:lnTo>
                <a:lnTo>
                  <a:pt x="452" y="43"/>
                </a:lnTo>
                <a:lnTo>
                  <a:pt x="451" y="43"/>
                </a:lnTo>
                <a:lnTo>
                  <a:pt x="451" y="43"/>
                </a:lnTo>
                <a:lnTo>
                  <a:pt x="451" y="43"/>
                </a:lnTo>
                <a:lnTo>
                  <a:pt x="450" y="42"/>
                </a:lnTo>
                <a:lnTo>
                  <a:pt x="450" y="42"/>
                </a:lnTo>
                <a:lnTo>
                  <a:pt x="449" y="42"/>
                </a:lnTo>
                <a:lnTo>
                  <a:pt x="449" y="42"/>
                </a:lnTo>
                <a:lnTo>
                  <a:pt x="449" y="42"/>
                </a:lnTo>
                <a:lnTo>
                  <a:pt x="448" y="42"/>
                </a:lnTo>
                <a:lnTo>
                  <a:pt x="448" y="42"/>
                </a:lnTo>
                <a:lnTo>
                  <a:pt x="447" y="42"/>
                </a:lnTo>
                <a:lnTo>
                  <a:pt x="447" y="42"/>
                </a:lnTo>
                <a:lnTo>
                  <a:pt x="446" y="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7" name="Freeform 1017"/>
          <p:cNvSpPr/>
          <p:nvPr/>
        </p:nvSpPr>
        <p:spPr>
          <a:xfrm rot="6105399">
            <a:off x="5369604" y="1141867"/>
            <a:ext cx="530000" cy="45720"/>
          </a:xfrm>
          <a:custGeom>
            <a:avLst/>
            <a:gdLst/>
            <a:ahLst/>
            <a:cxnLst/>
            <a:rect l="l" t="t" r="r" b="b"/>
            <a:pathLst>
              <a:path w="1414" h="102">
                <a:moveTo>
                  <a:pt x="0" y="51"/>
                </a:moveTo>
                <a:lnTo>
                  <a:pt x="26" y="35"/>
                </a:lnTo>
                <a:lnTo>
                  <a:pt x="51" y="23"/>
                </a:lnTo>
                <a:lnTo>
                  <a:pt x="77" y="13"/>
                </a:lnTo>
                <a:lnTo>
                  <a:pt x="102" y="5"/>
                </a:lnTo>
                <a:lnTo>
                  <a:pt x="128" y="1"/>
                </a:lnTo>
                <a:lnTo>
                  <a:pt x="153" y="0"/>
                </a:lnTo>
                <a:lnTo>
                  <a:pt x="179" y="1"/>
                </a:lnTo>
                <a:lnTo>
                  <a:pt x="205" y="5"/>
                </a:lnTo>
                <a:lnTo>
                  <a:pt x="230" y="13"/>
                </a:lnTo>
                <a:lnTo>
                  <a:pt x="256" y="23"/>
                </a:lnTo>
                <a:lnTo>
                  <a:pt x="281" y="35"/>
                </a:lnTo>
                <a:lnTo>
                  <a:pt x="307" y="51"/>
                </a:lnTo>
                <a:lnTo>
                  <a:pt x="332" y="67"/>
                </a:lnTo>
                <a:lnTo>
                  <a:pt x="358" y="79"/>
                </a:lnTo>
                <a:lnTo>
                  <a:pt x="383" y="89"/>
                </a:lnTo>
                <a:lnTo>
                  <a:pt x="409" y="96"/>
                </a:lnTo>
                <a:lnTo>
                  <a:pt x="435" y="101"/>
                </a:lnTo>
                <a:lnTo>
                  <a:pt x="460" y="102"/>
                </a:lnTo>
                <a:lnTo>
                  <a:pt x="486" y="101"/>
                </a:lnTo>
                <a:lnTo>
                  <a:pt x="511" y="96"/>
                </a:lnTo>
                <a:lnTo>
                  <a:pt x="537" y="89"/>
                </a:lnTo>
                <a:lnTo>
                  <a:pt x="562" y="79"/>
                </a:lnTo>
                <a:lnTo>
                  <a:pt x="588" y="67"/>
                </a:lnTo>
                <a:lnTo>
                  <a:pt x="613" y="51"/>
                </a:lnTo>
                <a:lnTo>
                  <a:pt x="639" y="35"/>
                </a:lnTo>
                <a:lnTo>
                  <a:pt x="665" y="23"/>
                </a:lnTo>
                <a:lnTo>
                  <a:pt x="690" y="13"/>
                </a:lnTo>
                <a:lnTo>
                  <a:pt x="716" y="5"/>
                </a:lnTo>
                <a:lnTo>
                  <a:pt x="741" y="1"/>
                </a:lnTo>
                <a:lnTo>
                  <a:pt x="767" y="0"/>
                </a:lnTo>
                <a:lnTo>
                  <a:pt x="792" y="1"/>
                </a:lnTo>
                <a:lnTo>
                  <a:pt x="818" y="5"/>
                </a:lnTo>
                <a:lnTo>
                  <a:pt x="843" y="13"/>
                </a:lnTo>
                <a:lnTo>
                  <a:pt x="869" y="23"/>
                </a:lnTo>
                <a:lnTo>
                  <a:pt x="895" y="35"/>
                </a:lnTo>
                <a:lnTo>
                  <a:pt x="920" y="51"/>
                </a:lnTo>
                <a:lnTo>
                  <a:pt x="946" y="67"/>
                </a:lnTo>
                <a:lnTo>
                  <a:pt x="971" y="79"/>
                </a:lnTo>
                <a:lnTo>
                  <a:pt x="997" y="89"/>
                </a:lnTo>
                <a:lnTo>
                  <a:pt x="1022" y="96"/>
                </a:lnTo>
                <a:lnTo>
                  <a:pt x="1048" y="101"/>
                </a:lnTo>
                <a:lnTo>
                  <a:pt x="1073" y="102"/>
                </a:lnTo>
                <a:lnTo>
                  <a:pt x="1099" y="101"/>
                </a:lnTo>
                <a:lnTo>
                  <a:pt x="1125" y="96"/>
                </a:lnTo>
                <a:lnTo>
                  <a:pt x="1150" y="89"/>
                </a:lnTo>
                <a:lnTo>
                  <a:pt x="1176" y="79"/>
                </a:lnTo>
                <a:lnTo>
                  <a:pt x="1201" y="67"/>
                </a:lnTo>
                <a:lnTo>
                  <a:pt x="1227" y="51"/>
                </a:lnTo>
                <a:lnTo>
                  <a:pt x="1244" y="42"/>
                </a:lnTo>
                <a:lnTo>
                  <a:pt x="1260" y="34"/>
                </a:lnTo>
                <a:lnTo>
                  <a:pt x="1277" y="29"/>
                </a:lnTo>
                <a:lnTo>
                  <a:pt x="1293" y="24"/>
                </a:lnTo>
                <a:lnTo>
                  <a:pt x="1309" y="22"/>
                </a:lnTo>
                <a:lnTo>
                  <a:pt x="1325" y="21"/>
                </a:lnTo>
                <a:lnTo>
                  <a:pt x="1340" y="22"/>
                </a:lnTo>
                <a:lnTo>
                  <a:pt x="1356" y="24"/>
                </a:lnTo>
                <a:lnTo>
                  <a:pt x="1371" y="29"/>
                </a:lnTo>
                <a:lnTo>
                  <a:pt x="1385" y="34"/>
                </a:lnTo>
                <a:lnTo>
                  <a:pt x="1400" y="42"/>
                </a:lnTo>
                <a:lnTo>
                  <a:pt x="1414" y="51"/>
                </a:lnTo>
              </a:path>
            </a:pathLst>
          </a:custGeom>
          <a:noFill/>
          <a:ln w="16231">
            <a:solidFill>
              <a:srgbClr val="000000"/>
            </a:solidFill>
            <a:tailEnd type="triangle" w="med" len="med"/>
          </a:ln>
          <a:effectLst/>
        </p:spPr>
        <p:txBody>
          <a:bodyPr/>
          <a:lstStyle/>
          <a:p/>
        </p:txBody>
      </p:sp>
      <p:sp>
        <p:nvSpPr>
          <p:cNvPr id="1018" name="TextBox 1017"/>
          <p:cNvSpPr txBox="1"/>
          <p:nvPr/>
        </p:nvSpPr>
        <p:spPr>
          <a:xfrm>
            <a:off x="3992842" y="251774"/>
            <a:ext cx="1748228" cy="5540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Diffuse &amp; Direct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Solar Radiation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19" name="Connector 1018"/>
          <p:cNvCxnSpPr/>
          <p:nvPr/>
        </p:nvCxnSpPr>
        <p:spPr>
          <a:xfrm>
            <a:off x="2000250" y="1676400"/>
            <a:ext cx="1164165" cy="1218848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0" name="TextBox 1019"/>
          <p:cNvSpPr txBox="1"/>
          <p:nvPr/>
        </p:nvSpPr>
        <p:spPr>
          <a:xfrm>
            <a:off x="-11144" y="1239422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Near Body Heat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Sources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[XX]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2000250" y="2439305"/>
            <a:ext cx="1184777" cy="720423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2" name="TextBox 1021"/>
          <p:cNvSpPr txBox="1"/>
          <p:nvPr/>
        </p:nvSpPr>
        <p:spPr>
          <a:xfrm>
            <a:off x="0" y="2100748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Task &amp; Physical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Activity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23" name="Connector 1022"/>
          <p:cNvCxnSpPr/>
          <p:nvPr/>
        </p:nvCxnSpPr>
        <p:spPr>
          <a:xfrm>
            <a:off x="2000250" y="3202210"/>
            <a:ext cx="855840" cy="196100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4" name="TextBox 1023"/>
          <p:cNvSpPr txBox="1"/>
          <p:nvPr/>
        </p:nvSpPr>
        <p:spPr>
          <a:xfrm>
            <a:off x="-182985" y="2992860"/>
            <a:ext cx="207645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Diet-Induced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Thermogenesis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25" name="Connector 1024"/>
          <p:cNvCxnSpPr/>
          <p:nvPr/>
        </p:nvCxnSpPr>
        <p:spPr>
          <a:xfrm flipV="1">
            <a:off x="1976514" y="3657952"/>
            <a:ext cx="301323" cy="487538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6" name="TextBox 1025"/>
          <p:cNvSpPr txBox="1"/>
          <p:nvPr/>
        </p:nvSpPr>
        <p:spPr>
          <a:xfrm>
            <a:off x="-23736" y="3797684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Hot &amp; Cold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Beverages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27" name="Connector 1026"/>
          <p:cNvCxnSpPr/>
          <p:nvPr/>
        </p:nvCxnSpPr>
        <p:spPr>
          <a:xfrm flipV="1">
            <a:off x="2000250" y="4161015"/>
            <a:ext cx="2949226" cy="567005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8" name="TextBox 1027"/>
          <p:cNvSpPr txBox="1"/>
          <p:nvPr/>
        </p:nvSpPr>
        <p:spPr>
          <a:xfrm>
            <a:off x="0" y="4593260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Clothing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Insulation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29" name="Connector 1028"/>
          <p:cNvCxnSpPr/>
          <p:nvPr/>
        </p:nvCxnSpPr>
        <p:spPr>
          <a:xfrm flipV="1">
            <a:off x="2031016" y="4469340"/>
            <a:ext cx="2480300" cy="1152172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0" name="TextBox 1029"/>
          <p:cNvSpPr txBox="1"/>
          <p:nvPr/>
        </p:nvSpPr>
        <p:spPr>
          <a:xfrm>
            <a:off x="0" y="5415829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Vascular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Anatomy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31" name="Connector 1030"/>
          <p:cNvCxnSpPr/>
          <p:nvPr/>
        </p:nvCxnSpPr>
        <p:spPr>
          <a:xfrm flipH="1">
            <a:off x="6074835" y="857250"/>
            <a:ext cx="687915" cy="588969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2" name="TextBox 1031"/>
          <p:cNvSpPr txBox="1"/>
          <p:nvPr/>
        </p:nvSpPr>
        <p:spPr>
          <a:xfrm>
            <a:off x="6905625" y="657196"/>
            <a:ext cx="2428875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Direct Solar Gain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33" name="Connector 1032"/>
          <p:cNvCxnSpPr/>
          <p:nvPr/>
        </p:nvCxnSpPr>
        <p:spPr>
          <a:xfrm flipH="1">
            <a:off x="5926665" y="1479547"/>
            <a:ext cx="836085" cy="206426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4" name="TextBox 1033"/>
          <p:cNvSpPr txBox="1"/>
          <p:nvPr/>
        </p:nvSpPr>
        <p:spPr>
          <a:xfrm>
            <a:off x="6905625" y="1155697"/>
            <a:ext cx="25617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Glazing Surface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Temperature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35" name="Connector 1034"/>
          <p:cNvCxnSpPr/>
          <p:nvPr/>
        </p:nvCxnSpPr>
        <p:spPr>
          <a:xfrm flipH="1">
            <a:off x="5211080" y="2443582"/>
            <a:ext cx="1575559" cy="123853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6" name="TextBox 1035"/>
          <p:cNvSpPr txBox="1"/>
          <p:nvPr/>
        </p:nvSpPr>
        <p:spPr>
          <a:xfrm>
            <a:off x="6905625" y="1916116"/>
            <a:ext cx="25215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Mean Radiant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Temperature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6905625" y="2624699"/>
            <a:ext cx="2428875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Radiant Asymmetry</a:t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38" name="Connector 1037"/>
          <p:cNvCxnSpPr/>
          <p:nvPr/>
        </p:nvCxnSpPr>
        <p:spPr>
          <a:xfrm flipH="1" flipV="1">
            <a:off x="5313845" y="2875702"/>
            <a:ext cx="1525667" cy="689105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9" name="TextBox 1038"/>
          <p:cNvSpPr txBox="1"/>
          <p:nvPr/>
        </p:nvSpPr>
        <p:spPr>
          <a:xfrm>
            <a:off x="6896310" y="3120114"/>
            <a:ext cx="2428875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Skin Temperature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6905625" y="3491713"/>
            <a:ext cx="24288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Perspiration &amp; Skin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Wettedness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41" name="Connector 1040"/>
          <p:cNvCxnSpPr/>
          <p:nvPr/>
        </p:nvCxnSpPr>
        <p:spPr>
          <a:xfrm flipH="1" flipV="1">
            <a:off x="5679719" y="3852682"/>
            <a:ext cx="1106920" cy="565851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42" name="TextBox 1041"/>
          <p:cNvSpPr txBox="1"/>
          <p:nvPr/>
        </p:nvSpPr>
        <p:spPr>
          <a:xfrm>
            <a:off x="6886575" y="4209612"/>
            <a:ext cx="242887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Posture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745941" y="145894"/>
            <a:ext cx="2428875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Air Speed &amp;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Turbulence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6843712" y="4774863"/>
            <a:ext cx="2514600" cy="5540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Vertical Air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Temperature Gradient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045" name="Connector 1044"/>
          <p:cNvCxnSpPr/>
          <p:nvPr/>
        </p:nvCxnSpPr>
        <p:spPr>
          <a:xfrm flipH="1" flipV="1">
            <a:off x="5371395" y="5199593"/>
            <a:ext cx="1391355" cy="177479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46" name="TextBox 1045"/>
          <p:cNvSpPr txBox="1"/>
          <p:nvPr/>
        </p:nvSpPr>
        <p:spPr>
          <a:xfrm>
            <a:off x="6873030" y="5352802"/>
            <a:ext cx="24288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Floor Surface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Temperature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257175" y="6105525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Age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[XX]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257175" y="6429375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Sex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[XX]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257175" y="6862277"/>
            <a:ext cx="2952750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Base Metabolic Rate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3305175" y="6105525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Hydration Status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3305175" y="6538751"/>
            <a:ext cx="2952750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Sleep &amp; Circadian Phase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3305175" y="6911178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Acclimatisation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6344707" y="6171428"/>
            <a:ext cx="2952750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Thermoregulation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[XX,XX,XX]</a:t>
            </a:r>
          </a:p>
        </p:txBody>
      </p:sp>
      <p:cxnSp>
        <p:nvCxnSpPr>
          <p:cNvPr id="1054" name="Connector 1053"/>
          <p:cNvCxnSpPr/>
          <p:nvPr/>
        </p:nvCxnSpPr>
        <p:spPr>
          <a:xfrm>
            <a:off x="9525000" y="304800"/>
            <a:ext cx="0" cy="6934200"/>
          </a:xfrm>
          <a:prstGeom prst="line">
            <a:avLst/>
          </a:prstGeom>
          <a:ln w="22860">
            <a:solidFill>
              <a:srgbClr val="000000"/>
            </a:solidFill>
            <a:prstDash val="dash"/>
          </a:ln>
          <a:effectLst/>
        </p:spPr>
      </p:cxnSp>
      <p:sp>
        <p:nvSpPr>
          <p:cNvPr id="1055" name="TextBox 1054"/>
          <p:cNvSpPr txBox="1"/>
          <p:nvPr/>
        </p:nvSpPr>
        <p:spPr>
          <a:xfrm>
            <a:off x="10276570" y="304800"/>
            <a:ext cx="36576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000000"/>
                </a:solidFill>
                <a:latin typeface="Times New Roman"/>
              </a:rPr>
              <a:t>Psychological</a:t>
            </a:r>
          </a:p>
        </p:txBody>
      </p:sp>
      <p:cxnSp>
        <p:nvCxnSpPr>
          <p:cNvPr id="1056" name="Connector 1055"/>
          <p:cNvCxnSpPr/>
          <p:nvPr/>
        </p:nvCxnSpPr>
        <p:spPr>
          <a:xfrm>
            <a:off x="9743170" y="679132"/>
            <a:ext cx="4000500" cy="0"/>
          </a:xfrm>
          <a:prstGeom prst="line">
            <a:avLst/>
          </a:prstGeom>
          <a:ln w="13335">
            <a:solidFill>
              <a:srgbClr val="000000"/>
            </a:solidFill>
          </a:ln>
          <a:effectLst/>
        </p:spPr>
      </p:cxnSp>
      <p:sp>
        <p:nvSpPr>
          <p:cNvPr id="1057" name="TextBox 1056"/>
          <p:cNvSpPr txBox="1"/>
          <p:nvPr/>
        </p:nvSpPr>
        <p:spPr>
          <a:xfrm>
            <a:off x="10276570" y="4038600"/>
            <a:ext cx="36576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000000"/>
                </a:solidFill>
                <a:latin typeface="Times New Roman"/>
              </a:rPr>
              <a:t>Economic</a:t>
            </a:r>
          </a:p>
        </p:txBody>
      </p:sp>
      <p:cxnSp>
        <p:nvCxnSpPr>
          <p:cNvPr id="1058" name="Connector 1057"/>
          <p:cNvCxnSpPr/>
          <p:nvPr/>
        </p:nvCxnSpPr>
        <p:spPr>
          <a:xfrm>
            <a:off x="9743170" y="4412932"/>
            <a:ext cx="4000500" cy="0"/>
          </a:xfrm>
          <a:prstGeom prst="line">
            <a:avLst/>
          </a:prstGeom>
          <a:ln w="13335">
            <a:solidFill>
              <a:srgbClr val="000000"/>
            </a:solidFill>
          </a:ln>
          <a:effectLst/>
        </p:spPr>
      </p:cxnSp>
      <p:sp>
        <p:nvSpPr>
          <p:cNvPr id="1059" name="TextBox 1058"/>
          <p:cNvSpPr txBox="1"/>
          <p:nvPr/>
        </p:nvSpPr>
        <p:spPr>
          <a:xfrm>
            <a:off x="14372320" y="304800"/>
            <a:ext cx="36576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000000"/>
                </a:solidFill>
                <a:latin typeface="Times New Roman"/>
              </a:rPr>
              <a:t>Cultural</a:t>
            </a:r>
          </a:p>
        </p:txBody>
      </p:sp>
      <p:cxnSp>
        <p:nvCxnSpPr>
          <p:cNvPr id="1060" name="Connector 1059"/>
          <p:cNvCxnSpPr/>
          <p:nvPr/>
        </p:nvCxnSpPr>
        <p:spPr>
          <a:xfrm>
            <a:off x="13838920" y="679132"/>
            <a:ext cx="4000500" cy="0"/>
          </a:xfrm>
          <a:prstGeom prst="line">
            <a:avLst/>
          </a:prstGeom>
          <a:ln w="13335">
            <a:solidFill>
              <a:srgbClr val="000000"/>
            </a:solidFill>
          </a:ln>
          <a:effectLst/>
        </p:spPr>
      </p:cxnSp>
      <p:sp>
        <p:nvSpPr>
          <p:cNvPr id="1061" name="TextBox 1060"/>
          <p:cNvSpPr txBox="1"/>
          <p:nvPr/>
        </p:nvSpPr>
        <p:spPr>
          <a:xfrm>
            <a:off x="14372320" y="4038600"/>
            <a:ext cx="36576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000000"/>
                </a:solidFill>
                <a:latin typeface="Times New Roman"/>
              </a:rPr>
              <a:t>Historical &amp; Institutional</a:t>
            </a:r>
          </a:p>
        </p:txBody>
      </p:sp>
      <p:cxnSp>
        <p:nvCxnSpPr>
          <p:cNvPr id="1062" name="Connector 1061"/>
          <p:cNvCxnSpPr/>
          <p:nvPr/>
        </p:nvCxnSpPr>
        <p:spPr>
          <a:xfrm>
            <a:off x="13838920" y="4412932"/>
            <a:ext cx="4000500" cy="0"/>
          </a:xfrm>
          <a:prstGeom prst="line">
            <a:avLst/>
          </a:prstGeom>
          <a:ln w="13335">
            <a:solidFill>
              <a:srgbClr val="000000"/>
            </a:solidFill>
          </a:ln>
          <a:effectLst/>
        </p:spPr>
      </p:cxnSp>
      <p:sp>
        <p:nvSpPr>
          <p:cNvPr id="1063" name="TextBox 1062"/>
          <p:cNvSpPr txBox="1"/>
          <p:nvPr/>
        </p:nvSpPr>
        <p:spPr>
          <a:xfrm>
            <a:off x="701326" y="7352938"/>
            <a:ext cx="7620000" cy="6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000000"/>
                </a:solidFill>
                <a:latin typeface="Times New Roman"/>
              </a:rPr>
              <a:t>Physical, Environmental</a:t>
            </a:r>
          </a:p>
          <a:p>
            <a:pPr algn="ctr"/>
            <a:r>
              <a:rPr sz="2250" b="1">
                <a:solidFill>
                  <a:srgbClr val="000000"/>
                </a:solidFill>
                <a:latin typeface="Times New Roman"/>
              </a:rPr>
              <a:t>and Physiological Elements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9743170" y="7353300"/>
            <a:ext cx="7620000" cy="6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000000"/>
                </a:solidFill>
                <a:latin typeface="Times New Roman"/>
              </a:rPr>
              <a:t>Psychological, Economic, Cultural</a:t>
            </a:r>
          </a:p>
          <a:p>
            <a:pPr algn="ctr"/>
            <a:r>
              <a:rPr sz="2250" b="1">
                <a:solidFill>
                  <a:srgbClr val="000000"/>
                </a:solidFill>
                <a:latin typeface="Times New Roman"/>
              </a:rPr>
              <a:t>and Historical</a:t>
            </a:r>
            <a:r>
              <a:rPr sz="2250" b="1">
                <a:solidFill>
                  <a:srgbClr val="000000"/>
                </a:solidFill>
                <a:latin typeface="Times New Roman"/>
              </a:rPr>
              <a:t>/Institutional</a:t>
            </a:r>
            <a:r>
              <a:rPr sz="2250" b="1">
                <a:solidFill>
                  <a:srgbClr val="000000"/>
                </a:solidFill>
                <a:latin typeface="Times New Roman"/>
              </a:rPr>
              <a:t> Elements</a:t>
            </a:r>
          </a:p>
        </p:txBody>
      </p:sp>
      <p:sp>
        <p:nvSpPr>
          <p:cNvPr id="1018" name="Freeform 1018"/>
          <p:cNvSpPr/>
          <p:nvPr/>
        </p:nvSpPr>
        <p:spPr>
          <a:xfrm>
            <a:off x="2478910" y="1182862"/>
            <a:ext cx="209550" cy="333375"/>
          </a:xfrm>
          <a:custGeom>
            <a:avLst/>
            <a:gdLst/>
            <a:ahLst/>
            <a:cxnLst/>
            <a:rect l="l" t="t" r="r" b="b"/>
            <a:pathLst>
              <a:path w="220" h="350">
                <a:moveTo>
                  <a:pt x="110" y="0"/>
                </a:moveTo>
                <a:lnTo>
                  <a:pt x="109" y="2"/>
                </a:lnTo>
                <a:lnTo>
                  <a:pt x="105" y="7"/>
                </a:lnTo>
                <a:lnTo>
                  <a:pt x="100" y="14"/>
                </a:lnTo>
                <a:lnTo>
                  <a:pt x="93" y="25"/>
                </a:lnTo>
                <a:lnTo>
                  <a:pt x="84" y="37"/>
                </a:lnTo>
                <a:lnTo>
                  <a:pt x="75" y="52"/>
                </a:lnTo>
                <a:lnTo>
                  <a:pt x="65" y="68"/>
                </a:lnTo>
                <a:lnTo>
                  <a:pt x="55" y="85"/>
                </a:lnTo>
                <a:lnTo>
                  <a:pt x="45" y="103"/>
                </a:lnTo>
                <a:lnTo>
                  <a:pt x="35" y="122"/>
                </a:lnTo>
                <a:lnTo>
                  <a:pt x="26" y="141"/>
                </a:lnTo>
                <a:lnTo>
                  <a:pt x="17" y="160"/>
                </a:lnTo>
                <a:lnTo>
                  <a:pt x="10" y="179"/>
                </a:lnTo>
                <a:lnTo>
                  <a:pt x="5" y="197"/>
                </a:lnTo>
                <a:lnTo>
                  <a:pt x="1" y="214"/>
                </a:lnTo>
                <a:lnTo>
                  <a:pt x="0" y="230"/>
                </a:lnTo>
                <a:lnTo>
                  <a:pt x="1" y="245"/>
                </a:lnTo>
                <a:lnTo>
                  <a:pt x="2" y="258"/>
                </a:lnTo>
                <a:lnTo>
                  <a:pt x="5" y="271"/>
                </a:lnTo>
                <a:lnTo>
                  <a:pt x="9" y="282"/>
                </a:lnTo>
                <a:lnTo>
                  <a:pt x="13" y="293"/>
                </a:lnTo>
                <a:lnTo>
                  <a:pt x="19" y="303"/>
                </a:lnTo>
                <a:lnTo>
                  <a:pt x="25" y="312"/>
                </a:lnTo>
                <a:lnTo>
                  <a:pt x="32" y="320"/>
                </a:lnTo>
                <a:lnTo>
                  <a:pt x="40" y="327"/>
                </a:lnTo>
                <a:lnTo>
                  <a:pt x="49" y="333"/>
                </a:lnTo>
                <a:lnTo>
                  <a:pt x="58" y="338"/>
                </a:lnTo>
                <a:lnTo>
                  <a:pt x="68" y="342"/>
                </a:lnTo>
                <a:lnTo>
                  <a:pt x="78" y="346"/>
                </a:lnTo>
                <a:lnTo>
                  <a:pt x="88" y="348"/>
                </a:lnTo>
                <a:lnTo>
                  <a:pt x="99" y="350"/>
                </a:lnTo>
                <a:lnTo>
                  <a:pt x="110" y="350"/>
                </a:lnTo>
                <a:lnTo>
                  <a:pt x="121" y="350"/>
                </a:lnTo>
                <a:lnTo>
                  <a:pt x="132" y="348"/>
                </a:lnTo>
                <a:lnTo>
                  <a:pt x="142" y="346"/>
                </a:lnTo>
                <a:lnTo>
                  <a:pt x="152" y="342"/>
                </a:lnTo>
                <a:lnTo>
                  <a:pt x="162" y="338"/>
                </a:lnTo>
                <a:lnTo>
                  <a:pt x="171" y="333"/>
                </a:lnTo>
                <a:lnTo>
                  <a:pt x="180" y="327"/>
                </a:lnTo>
                <a:lnTo>
                  <a:pt x="188" y="320"/>
                </a:lnTo>
                <a:lnTo>
                  <a:pt x="195" y="312"/>
                </a:lnTo>
                <a:lnTo>
                  <a:pt x="201" y="303"/>
                </a:lnTo>
                <a:lnTo>
                  <a:pt x="207" y="293"/>
                </a:lnTo>
                <a:lnTo>
                  <a:pt x="211" y="282"/>
                </a:lnTo>
                <a:lnTo>
                  <a:pt x="215" y="271"/>
                </a:lnTo>
                <a:lnTo>
                  <a:pt x="218" y="258"/>
                </a:lnTo>
                <a:lnTo>
                  <a:pt x="219" y="245"/>
                </a:lnTo>
                <a:lnTo>
                  <a:pt x="220" y="230"/>
                </a:lnTo>
                <a:lnTo>
                  <a:pt x="219" y="214"/>
                </a:lnTo>
                <a:lnTo>
                  <a:pt x="215" y="197"/>
                </a:lnTo>
                <a:lnTo>
                  <a:pt x="210" y="179"/>
                </a:lnTo>
                <a:lnTo>
                  <a:pt x="203" y="160"/>
                </a:lnTo>
                <a:lnTo>
                  <a:pt x="194" y="141"/>
                </a:lnTo>
                <a:lnTo>
                  <a:pt x="185" y="122"/>
                </a:lnTo>
                <a:lnTo>
                  <a:pt x="175" y="103"/>
                </a:lnTo>
                <a:lnTo>
                  <a:pt x="165" y="85"/>
                </a:lnTo>
                <a:lnTo>
                  <a:pt x="155" y="68"/>
                </a:lnTo>
                <a:lnTo>
                  <a:pt x="145" y="52"/>
                </a:lnTo>
                <a:lnTo>
                  <a:pt x="136" y="37"/>
                </a:lnTo>
                <a:lnTo>
                  <a:pt x="127" y="25"/>
                </a:lnTo>
                <a:lnTo>
                  <a:pt x="120" y="14"/>
                </a:lnTo>
                <a:lnTo>
                  <a:pt x="115" y="7"/>
                </a:lnTo>
                <a:lnTo>
                  <a:pt x="111" y="2"/>
                </a:lnTo>
                <a:lnTo>
                  <a:pt x="110" y="0"/>
                </a:lnTo>
                <a:close/>
              </a:path>
            </a:pathLst>
          </a:custGeom>
          <a:noFill/>
          <a:ln w="27940">
            <a:solidFill>
              <a:srgbClr val="000000"/>
            </a:solidFill>
          </a:ln>
          <a:effectLst/>
        </p:spPr>
        <p:txBody>
          <a:bodyPr/>
          <a:lstStyle/>
          <a:p/>
        </p:txBody>
      </p:sp>
      <p:sp>
        <p:nvSpPr>
          <p:cNvPr id="1065" name="TextBox 1064"/>
          <p:cNvSpPr txBox="1"/>
          <p:nvPr/>
        </p:nvSpPr>
        <p:spPr>
          <a:xfrm>
            <a:off x="2440810" y="1206675"/>
            <a:ext cx="285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Times New Roman"/>
              </a:rPr>
              <a:t>%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2974210" y="1244394"/>
            <a:ext cx="1994745" cy="2769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Air Humidity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[XX]</a:t>
            </a:r>
          </a:p>
        </p:txBody>
      </p:sp>
      <p:sp>
        <p:nvSpPr>
          <p:cNvPr id="1067" name="Rounded Rectangle 1066"/>
          <p:cNvSpPr/>
          <p:nvPr/>
        </p:nvSpPr>
        <p:spPr>
          <a:xfrm>
            <a:off x="2526535" y="1636700"/>
            <a:ext cx="123825" cy="276225"/>
          </a:xfrm>
          <a:prstGeom prst="roundRect">
            <a:avLst/>
          </a:prstGeom>
          <a:noFill/>
          <a:ln w="279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2502722" y="1779575"/>
            <a:ext cx="171450" cy="171450"/>
          </a:xfrm>
          <a:prstGeom prst="ellipse">
            <a:avLst/>
          </a:prstGeom>
          <a:noFill/>
          <a:ln w="279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2545585" y="1822437"/>
            <a:ext cx="85725" cy="8572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0" name="Connector 1069"/>
          <p:cNvCxnSpPr/>
          <p:nvPr/>
        </p:nvCxnSpPr>
        <p:spPr>
          <a:xfrm>
            <a:off x="2588447" y="1731950"/>
            <a:ext cx="0" cy="133350"/>
          </a:xfrm>
          <a:prstGeom prst="line">
            <a:avLst/>
          </a:prstGeom>
          <a:ln w="43180">
            <a:solidFill>
              <a:srgbClr val="000000"/>
            </a:solidFill>
          </a:ln>
          <a:effectLst/>
        </p:spPr>
      </p:cxnSp>
      <p:sp>
        <p:nvSpPr>
          <p:cNvPr id="1071" name="TextBox 1070"/>
          <p:cNvSpPr txBox="1"/>
          <p:nvPr/>
        </p:nvSpPr>
        <p:spPr>
          <a:xfrm>
            <a:off x="2974210" y="1630480"/>
            <a:ext cx="2144916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Air Temp</a:t>
            </a:r>
            <a:r>
              <a:rPr b="0">
                <a:solidFill>
                  <a:srgbClr val="000000"/>
                </a:solidFill>
                <a:latin typeface="Times New Roman"/>
              </a:rPr>
              <a:t>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72" name="Oval 1071"/>
          <p:cNvSpPr/>
          <p:nvPr/>
        </p:nvSpPr>
        <p:spPr>
          <a:xfrm>
            <a:off x="5992987" y="375837"/>
            <a:ext cx="324555" cy="324555"/>
          </a:xfrm>
          <a:prstGeom prst="ellipse">
            <a:avLst/>
          </a:prstGeom>
          <a:noFill/>
          <a:ln w="243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3" name="Connector 1072"/>
          <p:cNvCxnSpPr/>
          <p:nvPr/>
        </p:nvCxnSpPr>
        <p:spPr>
          <a:xfrm>
            <a:off x="6155265" y="246012"/>
            <a:ext cx="0" cy="81134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4" name="Connector 1073"/>
          <p:cNvCxnSpPr/>
          <p:nvPr/>
        </p:nvCxnSpPr>
        <p:spPr>
          <a:xfrm>
            <a:off x="6155265" y="749075"/>
            <a:ext cx="0" cy="81143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5" name="Connector 1074"/>
          <p:cNvCxnSpPr/>
          <p:nvPr/>
        </p:nvCxnSpPr>
        <p:spPr>
          <a:xfrm>
            <a:off x="5863161" y="538115"/>
            <a:ext cx="81144" cy="0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6" name="Connector 1075"/>
          <p:cNvCxnSpPr/>
          <p:nvPr/>
        </p:nvCxnSpPr>
        <p:spPr>
          <a:xfrm>
            <a:off x="6366224" y="538115"/>
            <a:ext cx="81144" cy="0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7" name="Connector 1076"/>
          <p:cNvCxnSpPr/>
          <p:nvPr/>
        </p:nvCxnSpPr>
        <p:spPr>
          <a:xfrm>
            <a:off x="5952420" y="335270"/>
            <a:ext cx="56798" cy="56798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8" name="Connector 1077"/>
          <p:cNvCxnSpPr/>
          <p:nvPr/>
        </p:nvCxnSpPr>
        <p:spPr>
          <a:xfrm>
            <a:off x="6301311" y="684162"/>
            <a:ext cx="56798" cy="56797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9" name="Connector 1078"/>
          <p:cNvCxnSpPr/>
          <p:nvPr/>
        </p:nvCxnSpPr>
        <p:spPr>
          <a:xfrm flipH="1">
            <a:off x="6301311" y="335270"/>
            <a:ext cx="56798" cy="56798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80" name="Connector 1079"/>
          <p:cNvCxnSpPr/>
          <p:nvPr/>
        </p:nvCxnSpPr>
        <p:spPr>
          <a:xfrm flipH="1">
            <a:off x="5952420" y="684162"/>
            <a:ext cx="56798" cy="56797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sp>
        <p:nvSpPr>
          <p:cNvPr id="1019" name="Freeform 1019"/>
          <p:cNvSpPr/>
          <p:nvPr/>
        </p:nvSpPr>
        <p:spPr>
          <a:xfrm>
            <a:off x="9797396" y="292656"/>
            <a:ext cx="184175" cy="184194"/>
          </a:xfrm>
          <a:custGeom>
            <a:avLst/>
            <a:gdLst/>
            <a:ahLst/>
            <a:cxnLst/>
            <a:rect l="l" t="t" r="r" b="b"/>
            <a:pathLst>
              <a:path w="193" h="193">
                <a:moveTo>
                  <a:pt x="97" y="193"/>
                </a:moveTo>
                <a:lnTo>
                  <a:pt x="96" y="193"/>
                </a:lnTo>
                <a:lnTo>
                  <a:pt x="96" y="193"/>
                </a:lnTo>
                <a:lnTo>
                  <a:pt x="96" y="193"/>
                </a:lnTo>
                <a:lnTo>
                  <a:pt x="96" y="193"/>
                </a:lnTo>
                <a:lnTo>
                  <a:pt x="96" y="193"/>
                </a:lnTo>
                <a:lnTo>
                  <a:pt x="95" y="193"/>
                </a:lnTo>
                <a:lnTo>
                  <a:pt x="95" y="193"/>
                </a:lnTo>
                <a:lnTo>
                  <a:pt x="95" y="193"/>
                </a:lnTo>
                <a:lnTo>
                  <a:pt x="95" y="193"/>
                </a:lnTo>
                <a:lnTo>
                  <a:pt x="95" y="193"/>
                </a:lnTo>
                <a:lnTo>
                  <a:pt x="94" y="193"/>
                </a:lnTo>
                <a:lnTo>
                  <a:pt x="94" y="193"/>
                </a:lnTo>
                <a:lnTo>
                  <a:pt x="94" y="193"/>
                </a:lnTo>
                <a:lnTo>
                  <a:pt x="94" y="193"/>
                </a:lnTo>
                <a:lnTo>
                  <a:pt x="94" y="193"/>
                </a:lnTo>
                <a:lnTo>
                  <a:pt x="93" y="193"/>
                </a:lnTo>
                <a:lnTo>
                  <a:pt x="93" y="193"/>
                </a:lnTo>
                <a:lnTo>
                  <a:pt x="92" y="193"/>
                </a:lnTo>
                <a:lnTo>
                  <a:pt x="92" y="193"/>
                </a:lnTo>
                <a:lnTo>
                  <a:pt x="91" y="193"/>
                </a:lnTo>
                <a:lnTo>
                  <a:pt x="91" y="193"/>
                </a:lnTo>
                <a:lnTo>
                  <a:pt x="90" y="192"/>
                </a:lnTo>
                <a:lnTo>
                  <a:pt x="90" y="192"/>
                </a:lnTo>
                <a:lnTo>
                  <a:pt x="90" y="192"/>
                </a:lnTo>
                <a:lnTo>
                  <a:pt x="89" y="191"/>
                </a:lnTo>
                <a:lnTo>
                  <a:pt x="89" y="191"/>
                </a:lnTo>
                <a:lnTo>
                  <a:pt x="89" y="190"/>
                </a:lnTo>
                <a:lnTo>
                  <a:pt x="88" y="190"/>
                </a:lnTo>
                <a:lnTo>
                  <a:pt x="88" y="189"/>
                </a:lnTo>
                <a:lnTo>
                  <a:pt x="88" y="189"/>
                </a:lnTo>
                <a:lnTo>
                  <a:pt x="88" y="188"/>
                </a:lnTo>
                <a:lnTo>
                  <a:pt x="88" y="188"/>
                </a:lnTo>
                <a:lnTo>
                  <a:pt x="88" y="187"/>
                </a:lnTo>
                <a:lnTo>
                  <a:pt x="88" y="186"/>
                </a:lnTo>
                <a:lnTo>
                  <a:pt x="88" y="186"/>
                </a:lnTo>
                <a:lnTo>
                  <a:pt x="89" y="185"/>
                </a:lnTo>
                <a:lnTo>
                  <a:pt x="89" y="185"/>
                </a:lnTo>
                <a:lnTo>
                  <a:pt x="89" y="184"/>
                </a:lnTo>
                <a:lnTo>
                  <a:pt x="89" y="184"/>
                </a:lnTo>
                <a:lnTo>
                  <a:pt x="90" y="184"/>
                </a:lnTo>
                <a:lnTo>
                  <a:pt x="90" y="183"/>
                </a:lnTo>
                <a:lnTo>
                  <a:pt x="91" y="183"/>
                </a:lnTo>
                <a:lnTo>
                  <a:pt x="91" y="183"/>
                </a:lnTo>
                <a:lnTo>
                  <a:pt x="92" y="182"/>
                </a:lnTo>
                <a:lnTo>
                  <a:pt x="92" y="182"/>
                </a:lnTo>
                <a:lnTo>
                  <a:pt x="93" y="182"/>
                </a:lnTo>
                <a:lnTo>
                  <a:pt x="93" y="182"/>
                </a:lnTo>
                <a:lnTo>
                  <a:pt x="94" y="182"/>
                </a:lnTo>
                <a:lnTo>
                  <a:pt x="94" y="182"/>
                </a:lnTo>
                <a:lnTo>
                  <a:pt x="94" y="182"/>
                </a:lnTo>
                <a:lnTo>
                  <a:pt x="94" y="182"/>
                </a:lnTo>
                <a:lnTo>
                  <a:pt x="95" y="182"/>
                </a:lnTo>
                <a:lnTo>
                  <a:pt x="95" y="182"/>
                </a:lnTo>
                <a:lnTo>
                  <a:pt x="95" y="182"/>
                </a:lnTo>
                <a:lnTo>
                  <a:pt x="95" y="182"/>
                </a:lnTo>
                <a:lnTo>
                  <a:pt x="95" y="182"/>
                </a:lnTo>
                <a:lnTo>
                  <a:pt x="95" y="182"/>
                </a:lnTo>
                <a:lnTo>
                  <a:pt x="96" y="182"/>
                </a:lnTo>
                <a:lnTo>
                  <a:pt x="96" y="182"/>
                </a:lnTo>
                <a:lnTo>
                  <a:pt x="96" y="182"/>
                </a:lnTo>
                <a:lnTo>
                  <a:pt x="96" y="182"/>
                </a:lnTo>
                <a:lnTo>
                  <a:pt x="96" y="182"/>
                </a:lnTo>
                <a:lnTo>
                  <a:pt x="97" y="182"/>
                </a:lnTo>
                <a:lnTo>
                  <a:pt x="97" y="182"/>
                </a:lnTo>
                <a:lnTo>
                  <a:pt x="105" y="182"/>
                </a:lnTo>
                <a:lnTo>
                  <a:pt x="114" y="180"/>
                </a:lnTo>
                <a:lnTo>
                  <a:pt x="122" y="178"/>
                </a:lnTo>
                <a:lnTo>
                  <a:pt x="130" y="175"/>
                </a:lnTo>
                <a:lnTo>
                  <a:pt x="137" y="172"/>
                </a:lnTo>
                <a:lnTo>
                  <a:pt x="144" y="168"/>
                </a:lnTo>
                <a:lnTo>
                  <a:pt x="151" y="163"/>
                </a:lnTo>
                <a:lnTo>
                  <a:pt x="157" y="157"/>
                </a:lnTo>
                <a:lnTo>
                  <a:pt x="163" y="151"/>
                </a:lnTo>
                <a:lnTo>
                  <a:pt x="168" y="144"/>
                </a:lnTo>
                <a:lnTo>
                  <a:pt x="172" y="137"/>
                </a:lnTo>
                <a:lnTo>
                  <a:pt x="175" y="130"/>
                </a:lnTo>
                <a:lnTo>
                  <a:pt x="178" y="122"/>
                </a:lnTo>
                <a:lnTo>
                  <a:pt x="180" y="114"/>
                </a:lnTo>
                <a:lnTo>
                  <a:pt x="182" y="105"/>
                </a:lnTo>
                <a:lnTo>
                  <a:pt x="182" y="97"/>
                </a:lnTo>
                <a:lnTo>
                  <a:pt x="182" y="90"/>
                </a:lnTo>
                <a:lnTo>
                  <a:pt x="181" y="83"/>
                </a:lnTo>
                <a:lnTo>
                  <a:pt x="180" y="76"/>
                </a:lnTo>
                <a:lnTo>
                  <a:pt x="178" y="70"/>
                </a:lnTo>
                <a:lnTo>
                  <a:pt x="176" y="64"/>
                </a:lnTo>
                <a:lnTo>
                  <a:pt x="173" y="58"/>
                </a:lnTo>
                <a:lnTo>
                  <a:pt x="170" y="52"/>
                </a:lnTo>
                <a:lnTo>
                  <a:pt x="166" y="46"/>
                </a:lnTo>
                <a:lnTo>
                  <a:pt x="162" y="41"/>
                </a:lnTo>
                <a:lnTo>
                  <a:pt x="157" y="36"/>
                </a:lnTo>
                <a:lnTo>
                  <a:pt x="153" y="32"/>
                </a:lnTo>
                <a:lnTo>
                  <a:pt x="147" y="28"/>
                </a:lnTo>
                <a:lnTo>
                  <a:pt x="142" y="24"/>
                </a:lnTo>
                <a:lnTo>
                  <a:pt x="136" y="21"/>
                </a:lnTo>
                <a:lnTo>
                  <a:pt x="130" y="18"/>
                </a:lnTo>
                <a:lnTo>
                  <a:pt x="123" y="15"/>
                </a:lnTo>
                <a:lnTo>
                  <a:pt x="123" y="15"/>
                </a:lnTo>
                <a:lnTo>
                  <a:pt x="122" y="15"/>
                </a:lnTo>
                <a:lnTo>
                  <a:pt x="122" y="15"/>
                </a:lnTo>
                <a:lnTo>
                  <a:pt x="121" y="14"/>
                </a:lnTo>
                <a:lnTo>
                  <a:pt x="121" y="14"/>
                </a:lnTo>
                <a:lnTo>
                  <a:pt x="121" y="14"/>
                </a:lnTo>
                <a:lnTo>
                  <a:pt x="120" y="13"/>
                </a:lnTo>
                <a:lnTo>
                  <a:pt x="120" y="13"/>
                </a:lnTo>
                <a:lnTo>
                  <a:pt x="120" y="12"/>
                </a:lnTo>
                <a:lnTo>
                  <a:pt x="120" y="12"/>
                </a:lnTo>
                <a:lnTo>
                  <a:pt x="119" y="11"/>
                </a:lnTo>
                <a:lnTo>
                  <a:pt x="119" y="11"/>
                </a:lnTo>
                <a:lnTo>
                  <a:pt x="119" y="10"/>
                </a:lnTo>
                <a:lnTo>
                  <a:pt x="119" y="9"/>
                </a:lnTo>
                <a:lnTo>
                  <a:pt x="120" y="9"/>
                </a:lnTo>
                <a:lnTo>
                  <a:pt x="120" y="8"/>
                </a:lnTo>
                <a:lnTo>
                  <a:pt x="120" y="8"/>
                </a:lnTo>
                <a:lnTo>
                  <a:pt x="120" y="7"/>
                </a:lnTo>
                <a:lnTo>
                  <a:pt x="120" y="7"/>
                </a:lnTo>
                <a:lnTo>
                  <a:pt x="121" y="6"/>
                </a:lnTo>
                <a:lnTo>
                  <a:pt x="121" y="6"/>
                </a:lnTo>
                <a:lnTo>
                  <a:pt x="122" y="6"/>
                </a:lnTo>
                <a:lnTo>
                  <a:pt x="122" y="5"/>
                </a:lnTo>
                <a:lnTo>
                  <a:pt x="122" y="5"/>
                </a:lnTo>
                <a:lnTo>
                  <a:pt x="123" y="5"/>
                </a:lnTo>
                <a:lnTo>
                  <a:pt x="123" y="5"/>
                </a:lnTo>
                <a:lnTo>
                  <a:pt x="124" y="5"/>
                </a:lnTo>
                <a:lnTo>
                  <a:pt x="124" y="5"/>
                </a:lnTo>
                <a:lnTo>
                  <a:pt x="125" y="4"/>
                </a:lnTo>
                <a:lnTo>
                  <a:pt x="126" y="5"/>
                </a:lnTo>
                <a:lnTo>
                  <a:pt x="126" y="5"/>
                </a:lnTo>
                <a:lnTo>
                  <a:pt x="127" y="5"/>
                </a:lnTo>
                <a:lnTo>
                  <a:pt x="134" y="7"/>
                </a:lnTo>
                <a:lnTo>
                  <a:pt x="141" y="11"/>
                </a:lnTo>
                <a:lnTo>
                  <a:pt x="148" y="14"/>
                </a:lnTo>
                <a:lnTo>
                  <a:pt x="154" y="19"/>
                </a:lnTo>
                <a:lnTo>
                  <a:pt x="160" y="23"/>
                </a:lnTo>
                <a:lnTo>
                  <a:pt x="165" y="29"/>
                </a:lnTo>
                <a:lnTo>
                  <a:pt x="170" y="34"/>
                </a:lnTo>
                <a:lnTo>
                  <a:pt x="175" y="40"/>
                </a:lnTo>
                <a:lnTo>
                  <a:pt x="179" y="46"/>
                </a:lnTo>
                <a:lnTo>
                  <a:pt x="183" y="53"/>
                </a:lnTo>
                <a:lnTo>
                  <a:pt x="186" y="59"/>
                </a:lnTo>
                <a:lnTo>
                  <a:pt x="189" y="66"/>
                </a:lnTo>
                <a:lnTo>
                  <a:pt x="191" y="74"/>
                </a:lnTo>
                <a:lnTo>
                  <a:pt x="192" y="81"/>
                </a:lnTo>
                <a:lnTo>
                  <a:pt x="193" y="89"/>
                </a:lnTo>
                <a:lnTo>
                  <a:pt x="193" y="97"/>
                </a:lnTo>
                <a:lnTo>
                  <a:pt x="193" y="107"/>
                </a:lnTo>
                <a:lnTo>
                  <a:pt x="191" y="116"/>
                </a:lnTo>
                <a:lnTo>
                  <a:pt x="189" y="125"/>
                </a:lnTo>
                <a:lnTo>
                  <a:pt x="186" y="134"/>
                </a:lnTo>
                <a:lnTo>
                  <a:pt x="182" y="143"/>
                </a:lnTo>
                <a:lnTo>
                  <a:pt x="177" y="151"/>
                </a:lnTo>
                <a:lnTo>
                  <a:pt x="171" y="158"/>
                </a:lnTo>
                <a:lnTo>
                  <a:pt x="165" y="165"/>
                </a:lnTo>
                <a:lnTo>
                  <a:pt x="158" y="171"/>
                </a:lnTo>
                <a:lnTo>
                  <a:pt x="151" y="177"/>
                </a:lnTo>
                <a:lnTo>
                  <a:pt x="143" y="182"/>
                </a:lnTo>
                <a:lnTo>
                  <a:pt x="134" y="186"/>
                </a:lnTo>
                <a:lnTo>
                  <a:pt x="125" y="189"/>
                </a:lnTo>
                <a:lnTo>
                  <a:pt x="116" y="191"/>
                </a:lnTo>
                <a:lnTo>
                  <a:pt x="107" y="193"/>
                </a:lnTo>
                <a:lnTo>
                  <a:pt x="97" y="193"/>
                </a:lnTo>
                <a:close/>
                <a:moveTo>
                  <a:pt x="69" y="189"/>
                </a:moveTo>
                <a:lnTo>
                  <a:pt x="69" y="189"/>
                </a:lnTo>
                <a:lnTo>
                  <a:pt x="69" y="189"/>
                </a:lnTo>
                <a:lnTo>
                  <a:pt x="69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7" y="189"/>
                </a:lnTo>
                <a:lnTo>
                  <a:pt x="67" y="189"/>
                </a:lnTo>
                <a:lnTo>
                  <a:pt x="67" y="189"/>
                </a:lnTo>
                <a:lnTo>
                  <a:pt x="67" y="189"/>
                </a:lnTo>
                <a:lnTo>
                  <a:pt x="60" y="186"/>
                </a:lnTo>
                <a:lnTo>
                  <a:pt x="53" y="183"/>
                </a:lnTo>
                <a:lnTo>
                  <a:pt x="46" y="179"/>
                </a:lnTo>
                <a:lnTo>
                  <a:pt x="40" y="175"/>
                </a:lnTo>
                <a:lnTo>
                  <a:pt x="34" y="170"/>
                </a:lnTo>
                <a:lnTo>
                  <a:pt x="28" y="165"/>
                </a:lnTo>
                <a:lnTo>
                  <a:pt x="23" y="160"/>
                </a:lnTo>
                <a:lnTo>
                  <a:pt x="19" y="154"/>
                </a:lnTo>
                <a:lnTo>
                  <a:pt x="14" y="148"/>
                </a:lnTo>
                <a:lnTo>
                  <a:pt x="11" y="141"/>
                </a:lnTo>
                <a:lnTo>
                  <a:pt x="7" y="134"/>
                </a:lnTo>
                <a:lnTo>
                  <a:pt x="5" y="127"/>
                </a:lnTo>
                <a:lnTo>
                  <a:pt x="3" y="120"/>
                </a:lnTo>
                <a:lnTo>
                  <a:pt x="1" y="112"/>
                </a:lnTo>
                <a:lnTo>
                  <a:pt x="0" y="105"/>
                </a:lnTo>
                <a:lnTo>
                  <a:pt x="0" y="97"/>
                </a:lnTo>
                <a:lnTo>
                  <a:pt x="1" y="87"/>
                </a:lnTo>
                <a:lnTo>
                  <a:pt x="2" y="77"/>
                </a:lnTo>
                <a:lnTo>
                  <a:pt x="4" y="68"/>
                </a:lnTo>
                <a:lnTo>
                  <a:pt x="8" y="59"/>
                </a:lnTo>
                <a:lnTo>
                  <a:pt x="12" y="51"/>
                </a:lnTo>
                <a:lnTo>
                  <a:pt x="17" y="43"/>
                </a:lnTo>
                <a:lnTo>
                  <a:pt x="22" y="35"/>
                </a:lnTo>
                <a:lnTo>
                  <a:pt x="28" y="28"/>
                </a:lnTo>
                <a:lnTo>
                  <a:pt x="35" y="22"/>
                </a:lnTo>
                <a:lnTo>
                  <a:pt x="43" y="17"/>
                </a:lnTo>
                <a:lnTo>
                  <a:pt x="51" y="12"/>
                </a:lnTo>
                <a:lnTo>
                  <a:pt x="59" y="8"/>
                </a:lnTo>
                <a:lnTo>
                  <a:pt x="68" y="4"/>
                </a:lnTo>
                <a:lnTo>
                  <a:pt x="77" y="2"/>
                </a:lnTo>
                <a:lnTo>
                  <a:pt x="87" y="1"/>
                </a:lnTo>
                <a:lnTo>
                  <a:pt x="97" y="0"/>
                </a:lnTo>
                <a:lnTo>
                  <a:pt x="97" y="0"/>
                </a:lnTo>
                <a:lnTo>
                  <a:pt x="97" y="0"/>
                </a:lnTo>
                <a:lnTo>
                  <a:pt x="97" y="0"/>
                </a:lnTo>
                <a:lnTo>
                  <a:pt x="97" y="0"/>
                </a:lnTo>
                <a:lnTo>
                  <a:pt x="98" y="0"/>
                </a:lnTo>
                <a:lnTo>
                  <a:pt x="98" y="0"/>
                </a:lnTo>
                <a:lnTo>
                  <a:pt x="98" y="0"/>
                </a:lnTo>
                <a:lnTo>
                  <a:pt x="98" y="0"/>
                </a:lnTo>
                <a:lnTo>
                  <a:pt x="98" y="0"/>
                </a:lnTo>
                <a:lnTo>
                  <a:pt x="99" y="0"/>
                </a:lnTo>
                <a:lnTo>
                  <a:pt x="99" y="0"/>
                </a:lnTo>
                <a:lnTo>
                  <a:pt x="99" y="0"/>
                </a:lnTo>
                <a:lnTo>
                  <a:pt x="99" y="0"/>
                </a:lnTo>
                <a:lnTo>
                  <a:pt x="99" y="0"/>
                </a:lnTo>
                <a:lnTo>
                  <a:pt x="100" y="0"/>
                </a:lnTo>
                <a:lnTo>
                  <a:pt x="100" y="0"/>
                </a:lnTo>
                <a:lnTo>
                  <a:pt x="100" y="0"/>
                </a:lnTo>
                <a:lnTo>
                  <a:pt x="101" y="0"/>
                </a:lnTo>
                <a:lnTo>
                  <a:pt x="102" y="0"/>
                </a:lnTo>
                <a:lnTo>
                  <a:pt x="102" y="1"/>
                </a:lnTo>
                <a:lnTo>
                  <a:pt x="103" y="1"/>
                </a:lnTo>
                <a:lnTo>
                  <a:pt x="103" y="1"/>
                </a:lnTo>
                <a:lnTo>
                  <a:pt x="103" y="1"/>
                </a:lnTo>
                <a:lnTo>
                  <a:pt x="104" y="2"/>
                </a:lnTo>
                <a:lnTo>
                  <a:pt x="104" y="2"/>
                </a:lnTo>
                <a:lnTo>
                  <a:pt x="104" y="3"/>
                </a:lnTo>
                <a:lnTo>
                  <a:pt x="105" y="3"/>
                </a:lnTo>
                <a:lnTo>
                  <a:pt x="105" y="4"/>
                </a:lnTo>
                <a:lnTo>
                  <a:pt x="105" y="4"/>
                </a:lnTo>
                <a:lnTo>
                  <a:pt x="105" y="5"/>
                </a:lnTo>
                <a:lnTo>
                  <a:pt x="105" y="5"/>
                </a:lnTo>
                <a:lnTo>
                  <a:pt x="105" y="6"/>
                </a:lnTo>
                <a:lnTo>
                  <a:pt x="105" y="6"/>
                </a:lnTo>
                <a:lnTo>
                  <a:pt x="105" y="7"/>
                </a:lnTo>
                <a:lnTo>
                  <a:pt x="105" y="7"/>
                </a:lnTo>
                <a:lnTo>
                  <a:pt x="105" y="8"/>
                </a:lnTo>
                <a:lnTo>
                  <a:pt x="105" y="8"/>
                </a:lnTo>
                <a:lnTo>
                  <a:pt x="104" y="9"/>
                </a:lnTo>
                <a:lnTo>
                  <a:pt x="104" y="9"/>
                </a:lnTo>
                <a:lnTo>
                  <a:pt x="104" y="10"/>
                </a:lnTo>
                <a:lnTo>
                  <a:pt x="103" y="10"/>
                </a:lnTo>
                <a:lnTo>
                  <a:pt x="103" y="10"/>
                </a:lnTo>
                <a:lnTo>
                  <a:pt x="102" y="11"/>
                </a:lnTo>
                <a:lnTo>
                  <a:pt x="102" y="11"/>
                </a:lnTo>
                <a:lnTo>
                  <a:pt x="101" y="11"/>
                </a:lnTo>
                <a:lnTo>
                  <a:pt x="101" y="11"/>
                </a:lnTo>
                <a:lnTo>
                  <a:pt x="100" y="11"/>
                </a:lnTo>
                <a:lnTo>
                  <a:pt x="100" y="11"/>
                </a:lnTo>
                <a:lnTo>
                  <a:pt x="99" y="11"/>
                </a:lnTo>
                <a:lnTo>
                  <a:pt x="99" y="11"/>
                </a:lnTo>
                <a:lnTo>
                  <a:pt x="99" y="11"/>
                </a:lnTo>
                <a:lnTo>
                  <a:pt x="99" y="11"/>
                </a:lnTo>
                <a:lnTo>
                  <a:pt x="99" y="11"/>
                </a:lnTo>
                <a:lnTo>
                  <a:pt x="98" y="11"/>
                </a:lnTo>
                <a:lnTo>
                  <a:pt x="98" y="11"/>
                </a:lnTo>
                <a:lnTo>
                  <a:pt x="98" y="11"/>
                </a:lnTo>
                <a:lnTo>
                  <a:pt x="98" y="11"/>
                </a:lnTo>
                <a:lnTo>
                  <a:pt x="98" y="11"/>
                </a:lnTo>
                <a:lnTo>
                  <a:pt x="98" y="11"/>
                </a:lnTo>
                <a:lnTo>
                  <a:pt x="97" y="11"/>
                </a:lnTo>
                <a:lnTo>
                  <a:pt x="97" y="11"/>
                </a:lnTo>
                <a:lnTo>
                  <a:pt x="97" y="11"/>
                </a:lnTo>
                <a:lnTo>
                  <a:pt x="97" y="11"/>
                </a:lnTo>
                <a:lnTo>
                  <a:pt x="97" y="11"/>
                </a:lnTo>
                <a:lnTo>
                  <a:pt x="88" y="12"/>
                </a:lnTo>
                <a:lnTo>
                  <a:pt x="79" y="13"/>
                </a:lnTo>
                <a:lnTo>
                  <a:pt x="71" y="15"/>
                </a:lnTo>
                <a:lnTo>
                  <a:pt x="63" y="18"/>
                </a:lnTo>
                <a:lnTo>
                  <a:pt x="56" y="21"/>
                </a:lnTo>
                <a:lnTo>
                  <a:pt x="49" y="26"/>
                </a:lnTo>
                <a:lnTo>
                  <a:pt x="42" y="31"/>
                </a:lnTo>
                <a:lnTo>
                  <a:pt x="36" y="36"/>
                </a:lnTo>
                <a:lnTo>
                  <a:pt x="31" y="42"/>
                </a:lnTo>
                <a:lnTo>
                  <a:pt x="26" y="49"/>
                </a:lnTo>
                <a:lnTo>
                  <a:pt x="22" y="56"/>
                </a:lnTo>
                <a:lnTo>
                  <a:pt x="18" y="63"/>
                </a:lnTo>
                <a:lnTo>
                  <a:pt x="15" y="71"/>
                </a:lnTo>
                <a:lnTo>
                  <a:pt x="13" y="79"/>
                </a:lnTo>
                <a:lnTo>
                  <a:pt x="12" y="88"/>
                </a:lnTo>
                <a:lnTo>
                  <a:pt x="11" y="97"/>
                </a:lnTo>
                <a:lnTo>
                  <a:pt x="11" y="104"/>
                </a:lnTo>
                <a:lnTo>
                  <a:pt x="12" y="110"/>
                </a:lnTo>
                <a:lnTo>
                  <a:pt x="14" y="117"/>
                </a:lnTo>
                <a:lnTo>
                  <a:pt x="15" y="124"/>
                </a:lnTo>
                <a:lnTo>
                  <a:pt x="18" y="130"/>
                </a:lnTo>
                <a:lnTo>
                  <a:pt x="21" y="136"/>
                </a:lnTo>
                <a:lnTo>
                  <a:pt x="24" y="142"/>
                </a:lnTo>
                <a:lnTo>
                  <a:pt x="28" y="147"/>
                </a:lnTo>
                <a:lnTo>
                  <a:pt x="32" y="152"/>
                </a:lnTo>
                <a:lnTo>
                  <a:pt x="36" y="157"/>
                </a:lnTo>
                <a:lnTo>
                  <a:pt x="41" y="162"/>
                </a:lnTo>
                <a:lnTo>
                  <a:pt x="46" y="166"/>
                </a:lnTo>
                <a:lnTo>
                  <a:pt x="52" y="170"/>
                </a:lnTo>
                <a:lnTo>
                  <a:pt x="58" y="173"/>
                </a:lnTo>
                <a:lnTo>
                  <a:pt x="64" y="176"/>
                </a:lnTo>
                <a:lnTo>
                  <a:pt x="71" y="178"/>
                </a:lnTo>
                <a:lnTo>
                  <a:pt x="71" y="178"/>
                </a:lnTo>
                <a:lnTo>
                  <a:pt x="72" y="179"/>
                </a:lnTo>
                <a:lnTo>
                  <a:pt x="72" y="179"/>
                </a:lnTo>
                <a:lnTo>
                  <a:pt x="73" y="179"/>
                </a:lnTo>
                <a:lnTo>
                  <a:pt x="73" y="180"/>
                </a:lnTo>
                <a:lnTo>
                  <a:pt x="73" y="180"/>
                </a:lnTo>
                <a:lnTo>
                  <a:pt x="74" y="180"/>
                </a:lnTo>
                <a:lnTo>
                  <a:pt x="74" y="181"/>
                </a:lnTo>
                <a:lnTo>
                  <a:pt x="74" y="181"/>
                </a:lnTo>
                <a:lnTo>
                  <a:pt x="74" y="182"/>
                </a:lnTo>
                <a:lnTo>
                  <a:pt x="74" y="182"/>
                </a:lnTo>
                <a:lnTo>
                  <a:pt x="74" y="183"/>
                </a:lnTo>
                <a:lnTo>
                  <a:pt x="74" y="183"/>
                </a:lnTo>
                <a:lnTo>
                  <a:pt x="74" y="184"/>
                </a:lnTo>
                <a:lnTo>
                  <a:pt x="74" y="185"/>
                </a:lnTo>
                <a:lnTo>
                  <a:pt x="74" y="185"/>
                </a:lnTo>
                <a:lnTo>
                  <a:pt x="74" y="186"/>
                </a:lnTo>
                <a:lnTo>
                  <a:pt x="74" y="186"/>
                </a:lnTo>
                <a:lnTo>
                  <a:pt x="74" y="186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2" y="188"/>
                </a:lnTo>
                <a:lnTo>
                  <a:pt x="72" y="188"/>
                </a:lnTo>
                <a:lnTo>
                  <a:pt x="72" y="188"/>
                </a:lnTo>
                <a:lnTo>
                  <a:pt x="71" y="188"/>
                </a:lnTo>
                <a:lnTo>
                  <a:pt x="71" y="189"/>
                </a:lnTo>
                <a:lnTo>
                  <a:pt x="71" y="189"/>
                </a:lnTo>
                <a:lnTo>
                  <a:pt x="70" y="189"/>
                </a:lnTo>
                <a:lnTo>
                  <a:pt x="70" y="189"/>
                </a:lnTo>
                <a:lnTo>
                  <a:pt x="69" y="189"/>
                </a:lnTo>
                <a:lnTo>
                  <a:pt x="69" y="1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0" name="Freeform 1020"/>
          <p:cNvSpPr/>
          <p:nvPr/>
        </p:nvSpPr>
        <p:spPr>
          <a:xfrm>
            <a:off x="9867148" y="272758"/>
            <a:ext cx="30566" cy="50473"/>
          </a:xfrm>
          <a:custGeom>
            <a:avLst/>
            <a:gdLst/>
            <a:ahLst/>
            <a:cxnLst/>
            <a:rect l="l" t="t" r="r" b="b"/>
            <a:pathLst>
              <a:path w="32" h="53">
                <a:moveTo>
                  <a:pt x="6" y="53"/>
                </a:moveTo>
                <a:lnTo>
                  <a:pt x="5" y="53"/>
                </a:lnTo>
                <a:lnTo>
                  <a:pt x="5" y="53"/>
                </a:lnTo>
                <a:lnTo>
                  <a:pt x="5" y="53"/>
                </a:lnTo>
                <a:lnTo>
                  <a:pt x="5" y="53"/>
                </a:lnTo>
                <a:lnTo>
                  <a:pt x="4" y="53"/>
                </a:lnTo>
                <a:lnTo>
                  <a:pt x="4" y="53"/>
                </a:lnTo>
                <a:lnTo>
                  <a:pt x="4" y="53"/>
                </a:lnTo>
                <a:lnTo>
                  <a:pt x="3" y="53"/>
                </a:lnTo>
                <a:lnTo>
                  <a:pt x="3" y="52"/>
                </a:lnTo>
                <a:lnTo>
                  <a:pt x="3" y="52"/>
                </a:lnTo>
                <a:lnTo>
                  <a:pt x="3" y="52"/>
                </a:lnTo>
                <a:lnTo>
                  <a:pt x="3" y="52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1"/>
                </a:lnTo>
                <a:lnTo>
                  <a:pt x="1" y="51"/>
                </a:lnTo>
                <a:lnTo>
                  <a:pt x="1" y="50"/>
                </a:lnTo>
                <a:lnTo>
                  <a:pt x="1" y="50"/>
                </a:lnTo>
                <a:lnTo>
                  <a:pt x="0" y="50"/>
                </a:lnTo>
                <a:lnTo>
                  <a:pt x="0" y="49"/>
                </a:lnTo>
                <a:lnTo>
                  <a:pt x="0" y="48"/>
                </a:lnTo>
                <a:lnTo>
                  <a:pt x="0" y="48"/>
                </a:lnTo>
                <a:lnTo>
                  <a:pt x="0" y="47"/>
                </a:lnTo>
                <a:lnTo>
                  <a:pt x="0" y="47"/>
                </a:lnTo>
                <a:lnTo>
                  <a:pt x="0" y="46"/>
                </a:lnTo>
                <a:lnTo>
                  <a:pt x="0" y="46"/>
                </a:lnTo>
                <a:lnTo>
                  <a:pt x="0" y="45"/>
                </a:lnTo>
                <a:lnTo>
                  <a:pt x="1" y="45"/>
                </a:lnTo>
                <a:lnTo>
                  <a:pt x="1" y="44"/>
                </a:lnTo>
                <a:lnTo>
                  <a:pt x="1" y="44"/>
                </a:lnTo>
                <a:lnTo>
                  <a:pt x="2" y="43"/>
                </a:lnTo>
                <a:lnTo>
                  <a:pt x="19" y="26"/>
                </a:lnTo>
                <a:lnTo>
                  <a:pt x="2" y="10"/>
                </a:lnTo>
                <a:lnTo>
                  <a:pt x="1" y="9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7"/>
                </a:lnTo>
                <a:lnTo>
                  <a:pt x="0" y="6"/>
                </a:lnTo>
                <a:lnTo>
                  <a:pt x="0" y="6"/>
                </a:lnTo>
                <a:lnTo>
                  <a:pt x="0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  <a:lnTo>
                  <a:pt x="6" y="0"/>
                </a:lnTo>
                <a:lnTo>
                  <a:pt x="6" y="0"/>
                </a:lnTo>
                <a:lnTo>
                  <a:pt x="7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9" y="1"/>
                </a:lnTo>
                <a:lnTo>
                  <a:pt x="9" y="1"/>
                </a:lnTo>
                <a:lnTo>
                  <a:pt x="10" y="2"/>
                </a:lnTo>
                <a:lnTo>
                  <a:pt x="30" y="23"/>
                </a:lnTo>
                <a:lnTo>
                  <a:pt x="31" y="23"/>
                </a:lnTo>
                <a:lnTo>
                  <a:pt x="31" y="23"/>
                </a:lnTo>
                <a:lnTo>
                  <a:pt x="31" y="24"/>
                </a:lnTo>
                <a:lnTo>
                  <a:pt x="32" y="24"/>
                </a:lnTo>
                <a:lnTo>
                  <a:pt x="32" y="25"/>
                </a:lnTo>
                <a:lnTo>
                  <a:pt x="32" y="25"/>
                </a:lnTo>
                <a:lnTo>
                  <a:pt x="32" y="26"/>
                </a:lnTo>
                <a:lnTo>
                  <a:pt x="32" y="26"/>
                </a:lnTo>
                <a:lnTo>
                  <a:pt x="32" y="27"/>
                </a:lnTo>
                <a:lnTo>
                  <a:pt x="32" y="28"/>
                </a:lnTo>
                <a:lnTo>
                  <a:pt x="32" y="28"/>
                </a:lnTo>
                <a:lnTo>
                  <a:pt x="32" y="29"/>
                </a:lnTo>
                <a:lnTo>
                  <a:pt x="31" y="29"/>
                </a:lnTo>
                <a:lnTo>
                  <a:pt x="31" y="30"/>
                </a:lnTo>
                <a:lnTo>
                  <a:pt x="31" y="30"/>
                </a:lnTo>
                <a:lnTo>
                  <a:pt x="30" y="30"/>
                </a:lnTo>
                <a:lnTo>
                  <a:pt x="10" y="51"/>
                </a:lnTo>
                <a:lnTo>
                  <a:pt x="9" y="52"/>
                </a:lnTo>
                <a:lnTo>
                  <a:pt x="9" y="52"/>
                </a:lnTo>
                <a:lnTo>
                  <a:pt x="9" y="52"/>
                </a:lnTo>
                <a:lnTo>
                  <a:pt x="9" y="52"/>
                </a:lnTo>
                <a:lnTo>
                  <a:pt x="8" y="52"/>
                </a:lnTo>
                <a:lnTo>
                  <a:pt x="8" y="52"/>
                </a:lnTo>
                <a:lnTo>
                  <a:pt x="8" y="52"/>
                </a:lnTo>
                <a:lnTo>
                  <a:pt x="8" y="53"/>
                </a:lnTo>
                <a:lnTo>
                  <a:pt x="7" y="53"/>
                </a:lnTo>
                <a:lnTo>
                  <a:pt x="7" y="53"/>
                </a:lnTo>
                <a:lnTo>
                  <a:pt x="7" y="53"/>
                </a:lnTo>
                <a:lnTo>
                  <a:pt x="7" y="53"/>
                </a:lnTo>
                <a:lnTo>
                  <a:pt x="6" y="53"/>
                </a:lnTo>
                <a:lnTo>
                  <a:pt x="6" y="53"/>
                </a:lnTo>
                <a:lnTo>
                  <a:pt x="6" y="53"/>
                </a:lnTo>
                <a:lnTo>
                  <a:pt x="6" y="5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1" name="Freeform 1021"/>
          <p:cNvSpPr/>
          <p:nvPr/>
        </p:nvSpPr>
        <p:spPr>
          <a:xfrm>
            <a:off x="9881254" y="446199"/>
            <a:ext cx="30566" cy="50463"/>
          </a:xfrm>
          <a:custGeom>
            <a:avLst/>
            <a:gdLst/>
            <a:ahLst/>
            <a:cxnLst/>
            <a:rect l="l" t="t" r="r" b="b"/>
            <a:pathLst>
              <a:path w="32" h="53">
                <a:moveTo>
                  <a:pt x="26" y="53"/>
                </a:moveTo>
                <a:lnTo>
                  <a:pt x="26" y="53"/>
                </a:lnTo>
                <a:lnTo>
                  <a:pt x="26" y="53"/>
                </a:lnTo>
                <a:lnTo>
                  <a:pt x="26" y="53"/>
                </a:lnTo>
                <a:lnTo>
                  <a:pt x="25" y="53"/>
                </a:lnTo>
                <a:lnTo>
                  <a:pt x="25" y="53"/>
                </a:lnTo>
                <a:lnTo>
                  <a:pt x="25" y="53"/>
                </a:lnTo>
                <a:lnTo>
                  <a:pt x="25" y="53"/>
                </a:lnTo>
                <a:lnTo>
                  <a:pt x="24" y="53"/>
                </a:lnTo>
                <a:lnTo>
                  <a:pt x="24" y="52"/>
                </a:lnTo>
                <a:lnTo>
                  <a:pt x="24" y="52"/>
                </a:lnTo>
                <a:lnTo>
                  <a:pt x="24" y="52"/>
                </a:lnTo>
                <a:lnTo>
                  <a:pt x="23" y="52"/>
                </a:lnTo>
                <a:lnTo>
                  <a:pt x="23" y="52"/>
                </a:lnTo>
                <a:lnTo>
                  <a:pt x="23" y="52"/>
                </a:lnTo>
                <a:lnTo>
                  <a:pt x="23" y="52"/>
                </a:lnTo>
                <a:lnTo>
                  <a:pt x="23" y="51"/>
                </a:lnTo>
                <a:lnTo>
                  <a:pt x="2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1" y="24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1" y="23"/>
                </a:lnTo>
                <a:lnTo>
                  <a:pt x="1" y="23"/>
                </a:lnTo>
                <a:lnTo>
                  <a:pt x="2" y="23"/>
                </a:lnTo>
                <a:lnTo>
                  <a:pt x="23" y="2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lnTo>
                  <a:pt x="26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8" y="0"/>
                </a:lnTo>
                <a:lnTo>
                  <a:pt x="29" y="0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0" y="2"/>
                </a:lnTo>
                <a:lnTo>
                  <a:pt x="31" y="2"/>
                </a:lnTo>
                <a:lnTo>
                  <a:pt x="31" y="3"/>
                </a:lnTo>
                <a:lnTo>
                  <a:pt x="31" y="3"/>
                </a:lnTo>
                <a:lnTo>
                  <a:pt x="32" y="3"/>
                </a:lnTo>
                <a:lnTo>
                  <a:pt x="32" y="4"/>
                </a:lnTo>
                <a:lnTo>
                  <a:pt x="32" y="5"/>
                </a:lnTo>
                <a:lnTo>
                  <a:pt x="32" y="5"/>
                </a:lnTo>
                <a:lnTo>
                  <a:pt x="32" y="6"/>
                </a:lnTo>
                <a:lnTo>
                  <a:pt x="32" y="6"/>
                </a:lnTo>
                <a:lnTo>
                  <a:pt x="32" y="7"/>
                </a:lnTo>
                <a:lnTo>
                  <a:pt x="32" y="7"/>
                </a:lnTo>
                <a:lnTo>
                  <a:pt x="32" y="8"/>
                </a:lnTo>
                <a:lnTo>
                  <a:pt x="31" y="8"/>
                </a:lnTo>
                <a:lnTo>
                  <a:pt x="31" y="9"/>
                </a:lnTo>
                <a:lnTo>
                  <a:pt x="31" y="9"/>
                </a:lnTo>
                <a:lnTo>
                  <a:pt x="30" y="10"/>
                </a:lnTo>
                <a:lnTo>
                  <a:pt x="14" y="26"/>
                </a:lnTo>
                <a:lnTo>
                  <a:pt x="30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2" y="45"/>
                </a:lnTo>
                <a:lnTo>
                  <a:pt x="32" y="46"/>
                </a:lnTo>
                <a:lnTo>
                  <a:pt x="32" y="46"/>
                </a:lnTo>
                <a:lnTo>
                  <a:pt x="32" y="47"/>
                </a:lnTo>
                <a:lnTo>
                  <a:pt x="32" y="47"/>
                </a:lnTo>
                <a:lnTo>
                  <a:pt x="32" y="48"/>
                </a:lnTo>
                <a:lnTo>
                  <a:pt x="32" y="48"/>
                </a:lnTo>
                <a:lnTo>
                  <a:pt x="32" y="49"/>
                </a:lnTo>
                <a:lnTo>
                  <a:pt x="32" y="49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0" y="51"/>
                </a:lnTo>
                <a:lnTo>
                  <a:pt x="30" y="52"/>
                </a:lnTo>
                <a:lnTo>
                  <a:pt x="30" y="52"/>
                </a:lnTo>
                <a:lnTo>
                  <a:pt x="30" y="52"/>
                </a:lnTo>
                <a:lnTo>
                  <a:pt x="30" y="52"/>
                </a:lnTo>
                <a:lnTo>
                  <a:pt x="29" y="52"/>
                </a:lnTo>
                <a:lnTo>
                  <a:pt x="29" y="52"/>
                </a:lnTo>
                <a:lnTo>
                  <a:pt x="29" y="52"/>
                </a:lnTo>
                <a:lnTo>
                  <a:pt x="29" y="53"/>
                </a:lnTo>
                <a:lnTo>
                  <a:pt x="28" y="53"/>
                </a:lnTo>
                <a:lnTo>
                  <a:pt x="28" y="53"/>
                </a:lnTo>
                <a:lnTo>
                  <a:pt x="28" y="53"/>
                </a:lnTo>
                <a:lnTo>
                  <a:pt x="28" y="53"/>
                </a:lnTo>
                <a:lnTo>
                  <a:pt x="27" y="53"/>
                </a:lnTo>
                <a:lnTo>
                  <a:pt x="27" y="53"/>
                </a:lnTo>
                <a:lnTo>
                  <a:pt x="27" y="53"/>
                </a:lnTo>
                <a:lnTo>
                  <a:pt x="26" y="5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2" name="Freeform 1022"/>
          <p:cNvSpPr/>
          <p:nvPr/>
        </p:nvSpPr>
        <p:spPr>
          <a:xfrm>
            <a:off x="9830457" y="247650"/>
            <a:ext cx="302924" cy="400050"/>
          </a:xfrm>
          <a:custGeom>
            <a:avLst/>
            <a:gdLst/>
            <a:ahLst/>
            <a:cxnLst/>
            <a:rect l="l" t="t" r="r" b="b"/>
            <a:pathLst>
              <a:path w="318" h="420">
                <a:moveTo>
                  <a:pt x="178" y="420"/>
                </a:moveTo>
                <a:lnTo>
                  <a:pt x="6" y="420"/>
                </a:lnTo>
                <a:lnTo>
                  <a:pt x="5" y="420"/>
                </a:lnTo>
                <a:lnTo>
                  <a:pt x="5" y="420"/>
                </a:lnTo>
                <a:lnTo>
                  <a:pt x="5" y="420"/>
                </a:lnTo>
                <a:lnTo>
                  <a:pt x="4" y="420"/>
                </a:lnTo>
                <a:lnTo>
                  <a:pt x="4" y="420"/>
                </a:lnTo>
                <a:lnTo>
                  <a:pt x="4" y="420"/>
                </a:lnTo>
                <a:lnTo>
                  <a:pt x="3" y="420"/>
                </a:lnTo>
                <a:lnTo>
                  <a:pt x="3" y="419"/>
                </a:lnTo>
                <a:lnTo>
                  <a:pt x="3" y="419"/>
                </a:lnTo>
                <a:lnTo>
                  <a:pt x="3" y="419"/>
                </a:lnTo>
                <a:lnTo>
                  <a:pt x="2" y="419"/>
                </a:lnTo>
                <a:lnTo>
                  <a:pt x="2" y="419"/>
                </a:lnTo>
                <a:lnTo>
                  <a:pt x="2" y="418"/>
                </a:lnTo>
                <a:lnTo>
                  <a:pt x="2" y="418"/>
                </a:lnTo>
                <a:lnTo>
                  <a:pt x="1" y="418"/>
                </a:lnTo>
                <a:lnTo>
                  <a:pt x="1" y="418"/>
                </a:lnTo>
                <a:lnTo>
                  <a:pt x="1" y="417"/>
                </a:lnTo>
                <a:lnTo>
                  <a:pt x="1" y="417"/>
                </a:lnTo>
                <a:lnTo>
                  <a:pt x="1" y="417"/>
                </a:lnTo>
                <a:lnTo>
                  <a:pt x="0" y="417"/>
                </a:lnTo>
                <a:lnTo>
                  <a:pt x="0" y="416"/>
                </a:lnTo>
                <a:lnTo>
                  <a:pt x="0" y="416"/>
                </a:lnTo>
                <a:lnTo>
                  <a:pt x="0" y="416"/>
                </a:lnTo>
                <a:lnTo>
                  <a:pt x="0" y="415"/>
                </a:lnTo>
                <a:lnTo>
                  <a:pt x="0" y="415"/>
                </a:lnTo>
                <a:lnTo>
                  <a:pt x="0" y="415"/>
                </a:lnTo>
                <a:lnTo>
                  <a:pt x="0" y="414"/>
                </a:lnTo>
                <a:lnTo>
                  <a:pt x="0" y="414"/>
                </a:lnTo>
                <a:lnTo>
                  <a:pt x="0" y="414"/>
                </a:lnTo>
                <a:lnTo>
                  <a:pt x="0" y="413"/>
                </a:lnTo>
                <a:lnTo>
                  <a:pt x="0" y="413"/>
                </a:lnTo>
                <a:lnTo>
                  <a:pt x="0" y="413"/>
                </a:lnTo>
                <a:lnTo>
                  <a:pt x="3" y="401"/>
                </a:lnTo>
                <a:lnTo>
                  <a:pt x="6" y="390"/>
                </a:lnTo>
                <a:lnTo>
                  <a:pt x="8" y="379"/>
                </a:lnTo>
                <a:lnTo>
                  <a:pt x="10" y="369"/>
                </a:lnTo>
                <a:lnTo>
                  <a:pt x="11" y="359"/>
                </a:lnTo>
                <a:lnTo>
                  <a:pt x="11" y="350"/>
                </a:lnTo>
                <a:lnTo>
                  <a:pt x="12" y="341"/>
                </a:lnTo>
                <a:lnTo>
                  <a:pt x="11" y="332"/>
                </a:lnTo>
                <a:lnTo>
                  <a:pt x="11" y="323"/>
                </a:lnTo>
                <a:lnTo>
                  <a:pt x="10" y="315"/>
                </a:lnTo>
                <a:lnTo>
                  <a:pt x="9" y="307"/>
                </a:lnTo>
                <a:lnTo>
                  <a:pt x="8" y="300"/>
                </a:lnTo>
                <a:lnTo>
                  <a:pt x="6" y="292"/>
                </a:lnTo>
                <a:lnTo>
                  <a:pt x="5" y="285"/>
                </a:lnTo>
                <a:lnTo>
                  <a:pt x="3" y="278"/>
                </a:lnTo>
                <a:lnTo>
                  <a:pt x="1" y="271"/>
                </a:lnTo>
                <a:lnTo>
                  <a:pt x="1" y="271"/>
                </a:lnTo>
                <a:lnTo>
                  <a:pt x="1" y="271"/>
                </a:lnTo>
                <a:lnTo>
                  <a:pt x="1" y="270"/>
                </a:lnTo>
                <a:lnTo>
                  <a:pt x="1" y="270"/>
                </a:lnTo>
                <a:lnTo>
                  <a:pt x="1" y="269"/>
                </a:lnTo>
                <a:lnTo>
                  <a:pt x="1" y="269"/>
                </a:lnTo>
                <a:lnTo>
                  <a:pt x="1" y="269"/>
                </a:lnTo>
                <a:lnTo>
                  <a:pt x="1" y="268"/>
                </a:lnTo>
                <a:lnTo>
                  <a:pt x="1" y="268"/>
                </a:lnTo>
                <a:lnTo>
                  <a:pt x="1" y="268"/>
                </a:lnTo>
                <a:lnTo>
                  <a:pt x="1" y="267"/>
                </a:lnTo>
                <a:lnTo>
                  <a:pt x="1" y="267"/>
                </a:lnTo>
                <a:lnTo>
                  <a:pt x="2" y="266"/>
                </a:lnTo>
                <a:lnTo>
                  <a:pt x="2" y="266"/>
                </a:lnTo>
                <a:lnTo>
                  <a:pt x="2" y="266"/>
                </a:lnTo>
                <a:lnTo>
                  <a:pt x="2" y="266"/>
                </a:lnTo>
                <a:lnTo>
                  <a:pt x="3" y="265"/>
                </a:lnTo>
                <a:lnTo>
                  <a:pt x="3" y="265"/>
                </a:lnTo>
                <a:lnTo>
                  <a:pt x="3" y="265"/>
                </a:lnTo>
                <a:lnTo>
                  <a:pt x="4" y="265"/>
                </a:lnTo>
                <a:lnTo>
                  <a:pt x="4" y="265"/>
                </a:lnTo>
                <a:lnTo>
                  <a:pt x="5" y="264"/>
                </a:lnTo>
                <a:lnTo>
                  <a:pt x="5" y="264"/>
                </a:lnTo>
                <a:lnTo>
                  <a:pt x="5" y="264"/>
                </a:lnTo>
                <a:lnTo>
                  <a:pt x="6" y="264"/>
                </a:lnTo>
                <a:lnTo>
                  <a:pt x="6" y="264"/>
                </a:lnTo>
                <a:lnTo>
                  <a:pt x="6" y="264"/>
                </a:lnTo>
                <a:lnTo>
                  <a:pt x="7" y="264"/>
                </a:lnTo>
                <a:lnTo>
                  <a:pt x="7" y="264"/>
                </a:lnTo>
                <a:lnTo>
                  <a:pt x="8" y="264"/>
                </a:lnTo>
                <a:lnTo>
                  <a:pt x="8" y="265"/>
                </a:lnTo>
                <a:lnTo>
                  <a:pt x="8" y="265"/>
                </a:lnTo>
                <a:lnTo>
                  <a:pt x="12" y="266"/>
                </a:lnTo>
                <a:lnTo>
                  <a:pt x="15" y="267"/>
                </a:lnTo>
                <a:lnTo>
                  <a:pt x="18" y="269"/>
                </a:lnTo>
                <a:lnTo>
                  <a:pt x="21" y="270"/>
                </a:lnTo>
                <a:lnTo>
                  <a:pt x="25" y="271"/>
                </a:lnTo>
                <a:lnTo>
                  <a:pt x="28" y="272"/>
                </a:lnTo>
                <a:lnTo>
                  <a:pt x="31" y="272"/>
                </a:lnTo>
                <a:lnTo>
                  <a:pt x="35" y="273"/>
                </a:lnTo>
                <a:lnTo>
                  <a:pt x="38" y="274"/>
                </a:lnTo>
                <a:lnTo>
                  <a:pt x="41" y="274"/>
                </a:lnTo>
                <a:lnTo>
                  <a:pt x="45" y="275"/>
                </a:lnTo>
                <a:lnTo>
                  <a:pt x="48" y="275"/>
                </a:lnTo>
                <a:lnTo>
                  <a:pt x="52" y="276"/>
                </a:lnTo>
                <a:lnTo>
                  <a:pt x="55" y="276"/>
                </a:lnTo>
                <a:lnTo>
                  <a:pt x="58" y="276"/>
                </a:lnTo>
                <a:lnTo>
                  <a:pt x="62" y="276"/>
                </a:lnTo>
                <a:lnTo>
                  <a:pt x="75" y="275"/>
                </a:lnTo>
                <a:lnTo>
                  <a:pt x="89" y="273"/>
                </a:lnTo>
                <a:lnTo>
                  <a:pt x="101" y="270"/>
                </a:lnTo>
                <a:lnTo>
                  <a:pt x="113" y="266"/>
                </a:lnTo>
                <a:lnTo>
                  <a:pt x="125" y="260"/>
                </a:lnTo>
                <a:lnTo>
                  <a:pt x="136" y="253"/>
                </a:lnTo>
                <a:lnTo>
                  <a:pt x="146" y="246"/>
                </a:lnTo>
                <a:lnTo>
                  <a:pt x="155" y="237"/>
                </a:lnTo>
                <a:lnTo>
                  <a:pt x="164" y="228"/>
                </a:lnTo>
                <a:lnTo>
                  <a:pt x="171" y="218"/>
                </a:lnTo>
                <a:lnTo>
                  <a:pt x="178" y="207"/>
                </a:lnTo>
                <a:lnTo>
                  <a:pt x="184" y="195"/>
                </a:lnTo>
                <a:lnTo>
                  <a:pt x="188" y="183"/>
                </a:lnTo>
                <a:lnTo>
                  <a:pt x="191" y="171"/>
                </a:lnTo>
                <a:lnTo>
                  <a:pt x="193" y="157"/>
                </a:lnTo>
                <a:lnTo>
                  <a:pt x="194" y="144"/>
                </a:lnTo>
                <a:lnTo>
                  <a:pt x="194" y="133"/>
                </a:lnTo>
                <a:lnTo>
                  <a:pt x="192" y="121"/>
                </a:lnTo>
                <a:lnTo>
                  <a:pt x="190" y="111"/>
                </a:lnTo>
                <a:lnTo>
                  <a:pt x="187" y="100"/>
                </a:lnTo>
                <a:lnTo>
                  <a:pt x="183" y="90"/>
                </a:lnTo>
                <a:lnTo>
                  <a:pt x="178" y="80"/>
                </a:lnTo>
                <a:lnTo>
                  <a:pt x="172" y="71"/>
                </a:lnTo>
                <a:lnTo>
                  <a:pt x="166" y="62"/>
                </a:lnTo>
                <a:lnTo>
                  <a:pt x="159" y="54"/>
                </a:lnTo>
                <a:lnTo>
                  <a:pt x="151" y="46"/>
                </a:lnTo>
                <a:lnTo>
                  <a:pt x="143" y="39"/>
                </a:lnTo>
                <a:lnTo>
                  <a:pt x="134" y="33"/>
                </a:lnTo>
                <a:lnTo>
                  <a:pt x="124" y="27"/>
                </a:lnTo>
                <a:lnTo>
                  <a:pt x="114" y="23"/>
                </a:lnTo>
                <a:lnTo>
                  <a:pt x="104" y="19"/>
                </a:lnTo>
                <a:lnTo>
                  <a:pt x="93" y="16"/>
                </a:lnTo>
                <a:lnTo>
                  <a:pt x="93" y="15"/>
                </a:lnTo>
                <a:lnTo>
                  <a:pt x="92" y="15"/>
                </a:lnTo>
                <a:lnTo>
                  <a:pt x="92" y="15"/>
                </a:lnTo>
                <a:lnTo>
                  <a:pt x="91" y="15"/>
                </a:lnTo>
                <a:lnTo>
                  <a:pt x="91" y="14"/>
                </a:lnTo>
                <a:lnTo>
                  <a:pt x="91" y="14"/>
                </a:lnTo>
                <a:lnTo>
                  <a:pt x="90" y="14"/>
                </a:lnTo>
                <a:lnTo>
                  <a:pt x="90" y="14"/>
                </a:lnTo>
                <a:lnTo>
                  <a:pt x="90" y="13"/>
                </a:lnTo>
                <a:lnTo>
                  <a:pt x="89" y="13"/>
                </a:lnTo>
                <a:lnTo>
                  <a:pt x="89" y="12"/>
                </a:lnTo>
                <a:lnTo>
                  <a:pt x="89" y="12"/>
                </a:lnTo>
                <a:lnTo>
                  <a:pt x="89" y="11"/>
                </a:lnTo>
                <a:lnTo>
                  <a:pt x="89" y="11"/>
                </a:lnTo>
                <a:lnTo>
                  <a:pt x="89" y="10"/>
                </a:lnTo>
                <a:lnTo>
                  <a:pt x="89" y="10"/>
                </a:lnTo>
                <a:lnTo>
                  <a:pt x="89" y="10"/>
                </a:lnTo>
                <a:lnTo>
                  <a:pt x="89" y="9"/>
                </a:lnTo>
                <a:lnTo>
                  <a:pt x="89" y="9"/>
                </a:lnTo>
                <a:lnTo>
                  <a:pt x="89" y="8"/>
                </a:lnTo>
                <a:lnTo>
                  <a:pt x="89" y="8"/>
                </a:lnTo>
                <a:lnTo>
                  <a:pt x="89" y="7"/>
                </a:lnTo>
                <a:lnTo>
                  <a:pt x="90" y="7"/>
                </a:lnTo>
                <a:lnTo>
                  <a:pt x="90" y="7"/>
                </a:lnTo>
                <a:lnTo>
                  <a:pt x="90" y="6"/>
                </a:lnTo>
                <a:lnTo>
                  <a:pt x="91" y="6"/>
                </a:lnTo>
                <a:lnTo>
                  <a:pt x="91" y="6"/>
                </a:lnTo>
                <a:lnTo>
                  <a:pt x="91" y="5"/>
                </a:lnTo>
                <a:lnTo>
                  <a:pt x="92" y="5"/>
                </a:lnTo>
                <a:lnTo>
                  <a:pt x="92" y="5"/>
                </a:lnTo>
                <a:lnTo>
                  <a:pt x="93" y="5"/>
                </a:lnTo>
                <a:lnTo>
                  <a:pt x="93" y="5"/>
                </a:lnTo>
                <a:lnTo>
                  <a:pt x="98" y="4"/>
                </a:lnTo>
                <a:lnTo>
                  <a:pt x="104" y="3"/>
                </a:lnTo>
                <a:lnTo>
                  <a:pt x="109" y="2"/>
                </a:lnTo>
                <a:lnTo>
                  <a:pt x="114" y="1"/>
                </a:lnTo>
                <a:lnTo>
                  <a:pt x="119" y="1"/>
                </a:lnTo>
                <a:lnTo>
                  <a:pt x="125" y="0"/>
                </a:lnTo>
                <a:lnTo>
                  <a:pt x="130" y="0"/>
                </a:lnTo>
                <a:lnTo>
                  <a:pt x="135" y="0"/>
                </a:lnTo>
                <a:lnTo>
                  <a:pt x="140" y="0"/>
                </a:lnTo>
                <a:lnTo>
                  <a:pt x="145" y="0"/>
                </a:lnTo>
                <a:lnTo>
                  <a:pt x="151" y="1"/>
                </a:lnTo>
                <a:lnTo>
                  <a:pt x="156" y="1"/>
                </a:lnTo>
                <a:lnTo>
                  <a:pt x="161" y="2"/>
                </a:lnTo>
                <a:lnTo>
                  <a:pt x="166" y="2"/>
                </a:lnTo>
                <a:lnTo>
                  <a:pt x="171" y="3"/>
                </a:lnTo>
                <a:lnTo>
                  <a:pt x="176" y="4"/>
                </a:lnTo>
                <a:lnTo>
                  <a:pt x="183" y="6"/>
                </a:lnTo>
                <a:lnTo>
                  <a:pt x="190" y="8"/>
                </a:lnTo>
                <a:lnTo>
                  <a:pt x="197" y="10"/>
                </a:lnTo>
                <a:lnTo>
                  <a:pt x="204" y="13"/>
                </a:lnTo>
                <a:lnTo>
                  <a:pt x="211" y="16"/>
                </a:lnTo>
                <a:lnTo>
                  <a:pt x="217" y="19"/>
                </a:lnTo>
                <a:lnTo>
                  <a:pt x="223" y="22"/>
                </a:lnTo>
                <a:lnTo>
                  <a:pt x="229" y="26"/>
                </a:lnTo>
                <a:lnTo>
                  <a:pt x="234" y="29"/>
                </a:lnTo>
                <a:lnTo>
                  <a:pt x="239" y="34"/>
                </a:lnTo>
                <a:lnTo>
                  <a:pt x="244" y="38"/>
                </a:lnTo>
                <a:lnTo>
                  <a:pt x="249" y="42"/>
                </a:lnTo>
                <a:lnTo>
                  <a:pt x="253" y="47"/>
                </a:lnTo>
                <a:lnTo>
                  <a:pt x="257" y="52"/>
                </a:lnTo>
                <a:lnTo>
                  <a:pt x="261" y="57"/>
                </a:lnTo>
                <a:lnTo>
                  <a:pt x="265" y="63"/>
                </a:lnTo>
                <a:lnTo>
                  <a:pt x="268" y="68"/>
                </a:lnTo>
                <a:lnTo>
                  <a:pt x="271" y="73"/>
                </a:lnTo>
                <a:lnTo>
                  <a:pt x="273" y="78"/>
                </a:lnTo>
                <a:lnTo>
                  <a:pt x="275" y="83"/>
                </a:lnTo>
                <a:lnTo>
                  <a:pt x="277" y="87"/>
                </a:lnTo>
                <a:lnTo>
                  <a:pt x="278" y="92"/>
                </a:lnTo>
                <a:lnTo>
                  <a:pt x="279" y="96"/>
                </a:lnTo>
                <a:lnTo>
                  <a:pt x="280" y="100"/>
                </a:lnTo>
                <a:lnTo>
                  <a:pt x="280" y="104"/>
                </a:lnTo>
                <a:lnTo>
                  <a:pt x="281" y="108"/>
                </a:lnTo>
                <a:lnTo>
                  <a:pt x="281" y="111"/>
                </a:lnTo>
                <a:lnTo>
                  <a:pt x="281" y="115"/>
                </a:lnTo>
                <a:lnTo>
                  <a:pt x="281" y="119"/>
                </a:lnTo>
                <a:lnTo>
                  <a:pt x="281" y="122"/>
                </a:lnTo>
                <a:lnTo>
                  <a:pt x="281" y="126"/>
                </a:lnTo>
                <a:lnTo>
                  <a:pt x="281" y="130"/>
                </a:lnTo>
                <a:lnTo>
                  <a:pt x="280" y="131"/>
                </a:lnTo>
                <a:lnTo>
                  <a:pt x="280" y="133"/>
                </a:lnTo>
                <a:lnTo>
                  <a:pt x="280" y="135"/>
                </a:lnTo>
                <a:lnTo>
                  <a:pt x="280" y="137"/>
                </a:lnTo>
                <a:lnTo>
                  <a:pt x="280" y="138"/>
                </a:lnTo>
                <a:lnTo>
                  <a:pt x="280" y="140"/>
                </a:lnTo>
                <a:lnTo>
                  <a:pt x="280" y="142"/>
                </a:lnTo>
                <a:lnTo>
                  <a:pt x="280" y="144"/>
                </a:lnTo>
                <a:lnTo>
                  <a:pt x="280" y="146"/>
                </a:lnTo>
                <a:lnTo>
                  <a:pt x="280" y="148"/>
                </a:lnTo>
                <a:lnTo>
                  <a:pt x="280" y="150"/>
                </a:lnTo>
                <a:lnTo>
                  <a:pt x="280" y="152"/>
                </a:lnTo>
                <a:lnTo>
                  <a:pt x="280" y="154"/>
                </a:lnTo>
                <a:lnTo>
                  <a:pt x="281" y="156"/>
                </a:lnTo>
                <a:lnTo>
                  <a:pt x="281" y="158"/>
                </a:lnTo>
                <a:lnTo>
                  <a:pt x="281" y="160"/>
                </a:lnTo>
                <a:lnTo>
                  <a:pt x="282" y="163"/>
                </a:lnTo>
                <a:lnTo>
                  <a:pt x="282" y="166"/>
                </a:lnTo>
                <a:lnTo>
                  <a:pt x="283" y="169"/>
                </a:lnTo>
                <a:lnTo>
                  <a:pt x="285" y="171"/>
                </a:lnTo>
                <a:lnTo>
                  <a:pt x="286" y="174"/>
                </a:lnTo>
                <a:lnTo>
                  <a:pt x="287" y="176"/>
                </a:lnTo>
                <a:lnTo>
                  <a:pt x="289" y="179"/>
                </a:lnTo>
                <a:lnTo>
                  <a:pt x="290" y="181"/>
                </a:lnTo>
                <a:lnTo>
                  <a:pt x="292" y="183"/>
                </a:lnTo>
                <a:lnTo>
                  <a:pt x="293" y="185"/>
                </a:lnTo>
                <a:lnTo>
                  <a:pt x="295" y="187"/>
                </a:lnTo>
                <a:lnTo>
                  <a:pt x="297" y="189"/>
                </a:lnTo>
                <a:lnTo>
                  <a:pt x="299" y="191"/>
                </a:lnTo>
                <a:lnTo>
                  <a:pt x="301" y="193"/>
                </a:lnTo>
                <a:lnTo>
                  <a:pt x="302" y="194"/>
                </a:lnTo>
                <a:lnTo>
                  <a:pt x="304" y="196"/>
                </a:lnTo>
                <a:lnTo>
                  <a:pt x="306" y="198"/>
                </a:lnTo>
                <a:lnTo>
                  <a:pt x="307" y="199"/>
                </a:lnTo>
                <a:lnTo>
                  <a:pt x="308" y="200"/>
                </a:lnTo>
                <a:lnTo>
                  <a:pt x="310" y="202"/>
                </a:lnTo>
                <a:lnTo>
                  <a:pt x="311" y="203"/>
                </a:lnTo>
                <a:lnTo>
                  <a:pt x="312" y="205"/>
                </a:lnTo>
                <a:lnTo>
                  <a:pt x="313" y="206"/>
                </a:lnTo>
                <a:lnTo>
                  <a:pt x="315" y="207"/>
                </a:lnTo>
                <a:lnTo>
                  <a:pt x="315" y="209"/>
                </a:lnTo>
                <a:lnTo>
                  <a:pt x="316" y="210"/>
                </a:lnTo>
                <a:lnTo>
                  <a:pt x="317" y="212"/>
                </a:lnTo>
                <a:lnTo>
                  <a:pt x="317" y="213"/>
                </a:lnTo>
                <a:lnTo>
                  <a:pt x="318" y="215"/>
                </a:lnTo>
                <a:lnTo>
                  <a:pt x="318" y="216"/>
                </a:lnTo>
                <a:lnTo>
                  <a:pt x="318" y="218"/>
                </a:lnTo>
                <a:lnTo>
                  <a:pt x="318" y="220"/>
                </a:lnTo>
                <a:lnTo>
                  <a:pt x="318" y="221"/>
                </a:lnTo>
                <a:lnTo>
                  <a:pt x="317" y="223"/>
                </a:lnTo>
                <a:lnTo>
                  <a:pt x="316" y="224"/>
                </a:lnTo>
                <a:lnTo>
                  <a:pt x="316" y="226"/>
                </a:lnTo>
                <a:lnTo>
                  <a:pt x="315" y="227"/>
                </a:lnTo>
                <a:lnTo>
                  <a:pt x="313" y="229"/>
                </a:lnTo>
                <a:lnTo>
                  <a:pt x="312" y="230"/>
                </a:lnTo>
                <a:lnTo>
                  <a:pt x="310" y="231"/>
                </a:lnTo>
                <a:lnTo>
                  <a:pt x="309" y="232"/>
                </a:lnTo>
                <a:lnTo>
                  <a:pt x="307" y="234"/>
                </a:lnTo>
                <a:lnTo>
                  <a:pt x="305" y="235"/>
                </a:lnTo>
                <a:lnTo>
                  <a:pt x="303" y="236"/>
                </a:lnTo>
                <a:lnTo>
                  <a:pt x="300" y="237"/>
                </a:lnTo>
                <a:lnTo>
                  <a:pt x="298" y="238"/>
                </a:lnTo>
                <a:lnTo>
                  <a:pt x="295" y="239"/>
                </a:lnTo>
                <a:lnTo>
                  <a:pt x="292" y="240"/>
                </a:lnTo>
                <a:lnTo>
                  <a:pt x="292" y="241"/>
                </a:lnTo>
                <a:lnTo>
                  <a:pt x="293" y="242"/>
                </a:lnTo>
                <a:lnTo>
                  <a:pt x="294" y="244"/>
                </a:lnTo>
                <a:lnTo>
                  <a:pt x="295" y="246"/>
                </a:lnTo>
                <a:lnTo>
                  <a:pt x="295" y="248"/>
                </a:lnTo>
                <a:lnTo>
                  <a:pt x="296" y="249"/>
                </a:lnTo>
                <a:lnTo>
                  <a:pt x="296" y="251"/>
                </a:lnTo>
                <a:lnTo>
                  <a:pt x="296" y="252"/>
                </a:lnTo>
                <a:lnTo>
                  <a:pt x="297" y="254"/>
                </a:lnTo>
                <a:lnTo>
                  <a:pt x="297" y="255"/>
                </a:lnTo>
                <a:lnTo>
                  <a:pt x="297" y="256"/>
                </a:lnTo>
                <a:lnTo>
                  <a:pt x="297" y="258"/>
                </a:lnTo>
                <a:lnTo>
                  <a:pt x="297" y="259"/>
                </a:lnTo>
                <a:lnTo>
                  <a:pt x="296" y="260"/>
                </a:lnTo>
                <a:lnTo>
                  <a:pt x="296" y="261"/>
                </a:lnTo>
                <a:lnTo>
                  <a:pt x="296" y="262"/>
                </a:lnTo>
                <a:lnTo>
                  <a:pt x="296" y="263"/>
                </a:lnTo>
                <a:lnTo>
                  <a:pt x="295" y="264"/>
                </a:lnTo>
                <a:lnTo>
                  <a:pt x="294" y="265"/>
                </a:lnTo>
                <a:lnTo>
                  <a:pt x="294" y="266"/>
                </a:lnTo>
                <a:lnTo>
                  <a:pt x="293" y="267"/>
                </a:lnTo>
                <a:lnTo>
                  <a:pt x="292" y="267"/>
                </a:lnTo>
                <a:lnTo>
                  <a:pt x="291" y="268"/>
                </a:lnTo>
                <a:lnTo>
                  <a:pt x="290" y="269"/>
                </a:lnTo>
                <a:lnTo>
                  <a:pt x="289" y="269"/>
                </a:lnTo>
                <a:lnTo>
                  <a:pt x="288" y="270"/>
                </a:lnTo>
                <a:lnTo>
                  <a:pt x="287" y="270"/>
                </a:lnTo>
                <a:lnTo>
                  <a:pt x="285" y="271"/>
                </a:lnTo>
                <a:lnTo>
                  <a:pt x="284" y="271"/>
                </a:lnTo>
                <a:lnTo>
                  <a:pt x="283" y="272"/>
                </a:lnTo>
                <a:lnTo>
                  <a:pt x="282" y="272"/>
                </a:lnTo>
                <a:lnTo>
                  <a:pt x="280" y="273"/>
                </a:lnTo>
                <a:lnTo>
                  <a:pt x="279" y="273"/>
                </a:lnTo>
                <a:lnTo>
                  <a:pt x="278" y="273"/>
                </a:lnTo>
                <a:lnTo>
                  <a:pt x="278" y="273"/>
                </a:lnTo>
                <a:lnTo>
                  <a:pt x="278" y="273"/>
                </a:lnTo>
                <a:lnTo>
                  <a:pt x="277" y="274"/>
                </a:lnTo>
                <a:lnTo>
                  <a:pt x="277" y="274"/>
                </a:lnTo>
                <a:lnTo>
                  <a:pt x="277" y="274"/>
                </a:lnTo>
                <a:lnTo>
                  <a:pt x="277" y="274"/>
                </a:lnTo>
                <a:lnTo>
                  <a:pt x="276" y="274"/>
                </a:lnTo>
                <a:lnTo>
                  <a:pt x="276" y="274"/>
                </a:lnTo>
                <a:lnTo>
                  <a:pt x="276" y="274"/>
                </a:lnTo>
                <a:lnTo>
                  <a:pt x="275" y="274"/>
                </a:lnTo>
                <a:lnTo>
                  <a:pt x="275" y="274"/>
                </a:lnTo>
                <a:lnTo>
                  <a:pt x="275" y="274"/>
                </a:lnTo>
                <a:lnTo>
                  <a:pt x="275" y="275"/>
                </a:lnTo>
                <a:lnTo>
                  <a:pt x="274" y="275"/>
                </a:lnTo>
                <a:lnTo>
                  <a:pt x="274" y="275"/>
                </a:lnTo>
                <a:lnTo>
                  <a:pt x="282" y="281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3"/>
                </a:lnTo>
                <a:lnTo>
                  <a:pt x="284" y="283"/>
                </a:lnTo>
                <a:lnTo>
                  <a:pt x="284" y="284"/>
                </a:lnTo>
                <a:lnTo>
                  <a:pt x="285" y="284"/>
                </a:lnTo>
                <a:lnTo>
                  <a:pt x="285" y="285"/>
                </a:lnTo>
                <a:lnTo>
                  <a:pt x="285" y="286"/>
                </a:lnTo>
                <a:lnTo>
                  <a:pt x="286" y="287"/>
                </a:lnTo>
                <a:lnTo>
                  <a:pt x="286" y="288"/>
                </a:lnTo>
                <a:lnTo>
                  <a:pt x="286" y="289"/>
                </a:lnTo>
                <a:lnTo>
                  <a:pt x="287" y="290"/>
                </a:lnTo>
                <a:lnTo>
                  <a:pt x="287" y="291"/>
                </a:lnTo>
                <a:lnTo>
                  <a:pt x="287" y="292"/>
                </a:lnTo>
                <a:lnTo>
                  <a:pt x="287" y="293"/>
                </a:lnTo>
                <a:lnTo>
                  <a:pt x="287" y="295"/>
                </a:lnTo>
                <a:lnTo>
                  <a:pt x="286" y="296"/>
                </a:lnTo>
                <a:lnTo>
                  <a:pt x="286" y="296"/>
                </a:lnTo>
                <a:lnTo>
                  <a:pt x="286" y="297"/>
                </a:lnTo>
                <a:lnTo>
                  <a:pt x="285" y="298"/>
                </a:lnTo>
                <a:lnTo>
                  <a:pt x="285" y="299"/>
                </a:lnTo>
                <a:lnTo>
                  <a:pt x="285" y="299"/>
                </a:lnTo>
                <a:lnTo>
                  <a:pt x="284" y="300"/>
                </a:lnTo>
                <a:lnTo>
                  <a:pt x="284" y="301"/>
                </a:lnTo>
                <a:lnTo>
                  <a:pt x="283" y="302"/>
                </a:lnTo>
                <a:lnTo>
                  <a:pt x="282" y="302"/>
                </a:lnTo>
                <a:lnTo>
                  <a:pt x="282" y="303"/>
                </a:lnTo>
                <a:lnTo>
                  <a:pt x="281" y="304"/>
                </a:lnTo>
                <a:lnTo>
                  <a:pt x="280" y="304"/>
                </a:lnTo>
                <a:lnTo>
                  <a:pt x="279" y="305"/>
                </a:lnTo>
                <a:lnTo>
                  <a:pt x="278" y="305"/>
                </a:lnTo>
                <a:lnTo>
                  <a:pt x="277" y="306"/>
                </a:lnTo>
                <a:lnTo>
                  <a:pt x="278" y="307"/>
                </a:lnTo>
                <a:lnTo>
                  <a:pt x="278" y="308"/>
                </a:lnTo>
                <a:lnTo>
                  <a:pt x="279" y="310"/>
                </a:lnTo>
                <a:lnTo>
                  <a:pt x="279" y="311"/>
                </a:lnTo>
                <a:lnTo>
                  <a:pt x="280" y="313"/>
                </a:lnTo>
                <a:lnTo>
                  <a:pt x="280" y="314"/>
                </a:lnTo>
                <a:lnTo>
                  <a:pt x="281" y="316"/>
                </a:lnTo>
                <a:lnTo>
                  <a:pt x="281" y="317"/>
                </a:lnTo>
                <a:lnTo>
                  <a:pt x="281" y="319"/>
                </a:lnTo>
                <a:lnTo>
                  <a:pt x="281" y="321"/>
                </a:lnTo>
                <a:lnTo>
                  <a:pt x="281" y="322"/>
                </a:lnTo>
                <a:lnTo>
                  <a:pt x="281" y="324"/>
                </a:lnTo>
                <a:lnTo>
                  <a:pt x="281" y="325"/>
                </a:lnTo>
                <a:lnTo>
                  <a:pt x="280" y="327"/>
                </a:lnTo>
                <a:lnTo>
                  <a:pt x="280" y="329"/>
                </a:lnTo>
                <a:lnTo>
                  <a:pt x="279" y="330"/>
                </a:lnTo>
                <a:lnTo>
                  <a:pt x="278" y="332"/>
                </a:lnTo>
                <a:lnTo>
                  <a:pt x="276" y="334"/>
                </a:lnTo>
                <a:lnTo>
                  <a:pt x="274" y="335"/>
                </a:lnTo>
                <a:lnTo>
                  <a:pt x="272" y="337"/>
                </a:lnTo>
                <a:lnTo>
                  <a:pt x="270" y="338"/>
                </a:lnTo>
                <a:lnTo>
                  <a:pt x="268" y="339"/>
                </a:lnTo>
                <a:lnTo>
                  <a:pt x="265" y="340"/>
                </a:lnTo>
                <a:lnTo>
                  <a:pt x="262" y="340"/>
                </a:lnTo>
                <a:lnTo>
                  <a:pt x="259" y="341"/>
                </a:lnTo>
                <a:lnTo>
                  <a:pt x="256" y="341"/>
                </a:lnTo>
                <a:lnTo>
                  <a:pt x="252" y="341"/>
                </a:lnTo>
                <a:lnTo>
                  <a:pt x="249" y="341"/>
                </a:lnTo>
                <a:lnTo>
                  <a:pt x="245" y="341"/>
                </a:lnTo>
                <a:lnTo>
                  <a:pt x="240" y="340"/>
                </a:lnTo>
                <a:lnTo>
                  <a:pt x="236" y="340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0" y="339"/>
                </a:lnTo>
                <a:lnTo>
                  <a:pt x="230" y="339"/>
                </a:lnTo>
                <a:lnTo>
                  <a:pt x="230" y="339"/>
                </a:lnTo>
                <a:lnTo>
                  <a:pt x="230" y="339"/>
                </a:lnTo>
                <a:lnTo>
                  <a:pt x="228" y="338"/>
                </a:lnTo>
                <a:lnTo>
                  <a:pt x="227" y="338"/>
                </a:lnTo>
                <a:lnTo>
                  <a:pt x="225" y="338"/>
                </a:lnTo>
                <a:lnTo>
                  <a:pt x="223" y="338"/>
                </a:lnTo>
                <a:lnTo>
                  <a:pt x="221" y="338"/>
                </a:lnTo>
                <a:lnTo>
                  <a:pt x="219" y="338"/>
                </a:lnTo>
                <a:lnTo>
                  <a:pt x="216" y="338"/>
                </a:lnTo>
                <a:lnTo>
                  <a:pt x="213" y="339"/>
                </a:lnTo>
                <a:lnTo>
                  <a:pt x="210" y="339"/>
                </a:lnTo>
                <a:lnTo>
                  <a:pt x="208" y="340"/>
                </a:lnTo>
                <a:lnTo>
                  <a:pt x="205" y="342"/>
                </a:lnTo>
                <a:lnTo>
                  <a:pt x="202" y="344"/>
                </a:lnTo>
                <a:lnTo>
                  <a:pt x="199" y="346"/>
                </a:lnTo>
                <a:lnTo>
                  <a:pt x="196" y="348"/>
                </a:lnTo>
                <a:lnTo>
                  <a:pt x="194" y="351"/>
                </a:lnTo>
                <a:lnTo>
                  <a:pt x="193" y="353"/>
                </a:lnTo>
                <a:lnTo>
                  <a:pt x="191" y="356"/>
                </a:lnTo>
                <a:lnTo>
                  <a:pt x="189" y="359"/>
                </a:lnTo>
                <a:lnTo>
                  <a:pt x="188" y="363"/>
                </a:lnTo>
                <a:lnTo>
                  <a:pt x="187" y="366"/>
                </a:lnTo>
                <a:lnTo>
                  <a:pt x="186" y="370"/>
                </a:lnTo>
                <a:lnTo>
                  <a:pt x="185" y="374"/>
                </a:lnTo>
                <a:lnTo>
                  <a:pt x="184" y="378"/>
                </a:lnTo>
                <a:lnTo>
                  <a:pt x="183" y="383"/>
                </a:lnTo>
                <a:lnTo>
                  <a:pt x="183" y="387"/>
                </a:lnTo>
                <a:lnTo>
                  <a:pt x="183" y="392"/>
                </a:lnTo>
                <a:lnTo>
                  <a:pt x="183" y="397"/>
                </a:lnTo>
                <a:lnTo>
                  <a:pt x="183" y="403"/>
                </a:lnTo>
                <a:lnTo>
                  <a:pt x="183" y="408"/>
                </a:lnTo>
                <a:lnTo>
                  <a:pt x="184" y="414"/>
                </a:lnTo>
                <a:lnTo>
                  <a:pt x="184" y="414"/>
                </a:lnTo>
                <a:lnTo>
                  <a:pt x="184" y="415"/>
                </a:lnTo>
                <a:lnTo>
                  <a:pt x="184" y="415"/>
                </a:lnTo>
                <a:lnTo>
                  <a:pt x="184" y="415"/>
                </a:lnTo>
                <a:lnTo>
                  <a:pt x="183" y="415"/>
                </a:lnTo>
                <a:lnTo>
                  <a:pt x="183" y="416"/>
                </a:lnTo>
                <a:lnTo>
                  <a:pt x="183" y="416"/>
                </a:lnTo>
                <a:lnTo>
                  <a:pt x="183" y="416"/>
                </a:lnTo>
                <a:lnTo>
                  <a:pt x="183" y="416"/>
                </a:lnTo>
                <a:lnTo>
                  <a:pt x="183" y="417"/>
                </a:lnTo>
                <a:lnTo>
                  <a:pt x="183" y="417"/>
                </a:lnTo>
                <a:lnTo>
                  <a:pt x="183" y="417"/>
                </a:lnTo>
                <a:lnTo>
                  <a:pt x="183" y="418"/>
                </a:lnTo>
                <a:lnTo>
                  <a:pt x="182" y="418"/>
                </a:lnTo>
                <a:lnTo>
                  <a:pt x="182" y="418"/>
                </a:lnTo>
                <a:lnTo>
                  <a:pt x="182" y="418"/>
                </a:lnTo>
                <a:lnTo>
                  <a:pt x="182" y="418"/>
                </a:lnTo>
                <a:lnTo>
                  <a:pt x="182" y="419"/>
                </a:lnTo>
                <a:lnTo>
                  <a:pt x="181" y="419"/>
                </a:lnTo>
                <a:lnTo>
                  <a:pt x="181" y="419"/>
                </a:lnTo>
                <a:lnTo>
                  <a:pt x="181" y="419"/>
                </a:lnTo>
                <a:lnTo>
                  <a:pt x="181" y="419"/>
                </a:lnTo>
                <a:lnTo>
                  <a:pt x="180" y="419"/>
                </a:lnTo>
                <a:lnTo>
                  <a:pt x="180" y="420"/>
                </a:lnTo>
                <a:lnTo>
                  <a:pt x="180" y="420"/>
                </a:lnTo>
                <a:lnTo>
                  <a:pt x="180" y="420"/>
                </a:lnTo>
                <a:lnTo>
                  <a:pt x="179" y="420"/>
                </a:lnTo>
                <a:lnTo>
                  <a:pt x="179" y="420"/>
                </a:lnTo>
                <a:lnTo>
                  <a:pt x="179" y="420"/>
                </a:lnTo>
                <a:lnTo>
                  <a:pt x="179" y="420"/>
                </a:lnTo>
                <a:lnTo>
                  <a:pt x="178" y="420"/>
                </a:lnTo>
                <a:lnTo>
                  <a:pt x="178" y="420"/>
                </a:lnTo>
                <a:close/>
                <a:moveTo>
                  <a:pt x="13" y="409"/>
                </a:moveTo>
                <a:lnTo>
                  <a:pt x="172" y="409"/>
                </a:lnTo>
                <a:lnTo>
                  <a:pt x="172" y="403"/>
                </a:lnTo>
                <a:lnTo>
                  <a:pt x="172" y="397"/>
                </a:lnTo>
                <a:lnTo>
                  <a:pt x="172" y="392"/>
                </a:lnTo>
                <a:lnTo>
                  <a:pt x="172" y="387"/>
                </a:lnTo>
                <a:lnTo>
                  <a:pt x="172" y="382"/>
                </a:lnTo>
                <a:lnTo>
                  <a:pt x="173" y="377"/>
                </a:lnTo>
                <a:lnTo>
                  <a:pt x="174" y="372"/>
                </a:lnTo>
                <a:lnTo>
                  <a:pt x="175" y="368"/>
                </a:lnTo>
                <a:lnTo>
                  <a:pt x="176" y="364"/>
                </a:lnTo>
                <a:lnTo>
                  <a:pt x="177" y="360"/>
                </a:lnTo>
                <a:lnTo>
                  <a:pt x="178" y="356"/>
                </a:lnTo>
                <a:lnTo>
                  <a:pt x="180" y="353"/>
                </a:lnTo>
                <a:lnTo>
                  <a:pt x="182" y="349"/>
                </a:lnTo>
                <a:lnTo>
                  <a:pt x="184" y="346"/>
                </a:lnTo>
                <a:lnTo>
                  <a:pt x="186" y="343"/>
                </a:lnTo>
                <a:lnTo>
                  <a:pt x="188" y="341"/>
                </a:lnTo>
                <a:lnTo>
                  <a:pt x="190" y="339"/>
                </a:lnTo>
                <a:lnTo>
                  <a:pt x="192" y="337"/>
                </a:lnTo>
                <a:lnTo>
                  <a:pt x="194" y="335"/>
                </a:lnTo>
                <a:lnTo>
                  <a:pt x="197" y="334"/>
                </a:lnTo>
                <a:lnTo>
                  <a:pt x="199" y="332"/>
                </a:lnTo>
                <a:lnTo>
                  <a:pt x="201" y="331"/>
                </a:lnTo>
                <a:lnTo>
                  <a:pt x="203" y="330"/>
                </a:lnTo>
                <a:lnTo>
                  <a:pt x="205" y="329"/>
                </a:lnTo>
                <a:lnTo>
                  <a:pt x="208" y="329"/>
                </a:lnTo>
                <a:lnTo>
                  <a:pt x="210" y="328"/>
                </a:lnTo>
                <a:lnTo>
                  <a:pt x="212" y="328"/>
                </a:lnTo>
                <a:lnTo>
                  <a:pt x="214" y="327"/>
                </a:lnTo>
                <a:lnTo>
                  <a:pt x="216" y="327"/>
                </a:lnTo>
                <a:lnTo>
                  <a:pt x="218" y="327"/>
                </a:lnTo>
                <a:lnTo>
                  <a:pt x="220" y="327"/>
                </a:lnTo>
                <a:lnTo>
                  <a:pt x="221" y="327"/>
                </a:lnTo>
                <a:lnTo>
                  <a:pt x="223" y="327"/>
                </a:lnTo>
                <a:lnTo>
                  <a:pt x="224" y="327"/>
                </a:lnTo>
                <a:lnTo>
                  <a:pt x="225" y="327"/>
                </a:lnTo>
                <a:lnTo>
                  <a:pt x="226" y="327"/>
                </a:lnTo>
                <a:lnTo>
                  <a:pt x="227" y="327"/>
                </a:lnTo>
                <a:lnTo>
                  <a:pt x="228" y="327"/>
                </a:lnTo>
                <a:lnTo>
                  <a:pt x="228" y="327"/>
                </a:lnTo>
                <a:lnTo>
                  <a:pt x="229" y="327"/>
                </a:lnTo>
                <a:lnTo>
                  <a:pt x="230" y="327"/>
                </a:lnTo>
                <a:lnTo>
                  <a:pt x="231" y="327"/>
                </a:lnTo>
                <a:lnTo>
                  <a:pt x="231" y="327"/>
                </a:lnTo>
                <a:lnTo>
                  <a:pt x="232" y="328"/>
                </a:lnTo>
                <a:lnTo>
                  <a:pt x="232" y="328"/>
                </a:lnTo>
                <a:lnTo>
                  <a:pt x="233" y="328"/>
                </a:lnTo>
                <a:lnTo>
                  <a:pt x="233" y="328"/>
                </a:lnTo>
                <a:lnTo>
                  <a:pt x="233" y="328"/>
                </a:lnTo>
                <a:lnTo>
                  <a:pt x="235" y="328"/>
                </a:lnTo>
                <a:lnTo>
                  <a:pt x="236" y="328"/>
                </a:lnTo>
                <a:lnTo>
                  <a:pt x="237" y="329"/>
                </a:lnTo>
                <a:lnTo>
                  <a:pt x="239" y="329"/>
                </a:lnTo>
                <a:lnTo>
                  <a:pt x="240" y="329"/>
                </a:lnTo>
                <a:lnTo>
                  <a:pt x="241" y="329"/>
                </a:lnTo>
                <a:lnTo>
                  <a:pt x="243" y="329"/>
                </a:lnTo>
                <a:lnTo>
                  <a:pt x="244" y="330"/>
                </a:lnTo>
                <a:lnTo>
                  <a:pt x="245" y="330"/>
                </a:lnTo>
                <a:lnTo>
                  <a:pt x="246" y="330"/>
                </a:lnTo>
                <a:lnTo>
                  <a:pt x="247" y="330"/>
                </a:lnTo>
                <a:lnTo>
                  <a:pt x="248" y="330"/>
                </a:lnTo>
                <a:lnTo>
                  <a:pt x="250" y="330"/>
                </a:lnTo>
                <a:lnTo>
                  <a:pt x="251" y="330"/>
                </a:lnTo>
                <a:lnTo>
                  <a:pt x="252" y="330"/>
                </a:lnTo>
                <a:lnTo>
                  <a:pt x="253" y="330"/>
                </a:lnTo>
                <a:lnTo>
                  <a:pt x="254" y="330"/>
                </a:lnTo>
                <a:lnTo>
                  <a:pt x="255" y="330"/>
                </a:lnTo>
                <a:lnTo>
                  <a:pt x="256" y="330"/>
                </a:lnTo>
                <a:lnTo>
                  <a:pt x="257" y="330"/>
                </a:lnTo>
                <a:lnTo>
                  <a:pt x="259" y="330"/>
                </a:lnTo>
                <a:lnTo>
                  <a:pt x="260" y="330"/>
                </a:lnTo>
                <a:lnTo>
                  <a:pt x="261" y="329"/>
                </a:lnTo>
                <a:lnTo>
                  <a:pt x="262" y="329"/>
                </a:lnTo>
                <a:lnTo>
                  <a:pt x="263" y="329"/>
                </a:lnTo>
                <a:lnTo>
                  <a:pt x="264" y="328"/>
                </a:lnTo>
                <a:lnTo>
                  <a:pt x="265" y="328"/>
                </a:lnTo>
                <a:lnTo>
                  <a:pt x="266" y="327"/>
                </a:lnTo>
                <a:lnTo>
                  <a:pt x="267" y="327"/>
                </a:lnTo>
                <a:lnTo>
                  <a:pt x="268" y="326"/>
                </a:lnTo>
                <a:lnTo>
                  <a:pt x="268" y="326"/>
                </a:lnTo>
                <a:lnTo>
                  <a:pt x="269" y="325"/>
                </a:lnTo>
                <a:lnTo>
                  <a:pt x="269" y="324"/>
                </a:lnTo>
                <a:lnTo>
                  <a:pt x="270" y="323"/>
                </a:lnTo>
                <a:lnTo>
                  <a:pt x="270" y="321"/>
                </a:lnTo>
                <a:lnTo>
                  <a:pt x="270" y="320"/>
                </a:lnTo>
                <a:lnTo>
                  <a:pt x="270" y="319"/>
                </a:lnTo>
                <a:lnTo>
                  <a:pt x="270" y="317"/>
                </a:lnTo>
                <a:lnTo>
                  <a:pt x="269" y="316"/>
                </a:lnTo>
                <a:lnTo>
                  <a:pt x="269" y="315"/>
                </a:lnTo>
                <a:lnTo>
                  <a:pt x="268" y="313"/>
                </a:lnTo>
                <a:lnTo>
                  <a:pt x="268" y="312"/>
                </a:lnTo>
                <a:lnTo>
                  <a:pt x="267" y="311"/>
                </a:lnTo>
                <a:lnTo>
                  <a:pt x="267" y="310"/>
                </a:lnTo>
                <a:lnTo>
                  <a:pt x="266" y="309"/>
                </a:lnTo>
                <a:lnTo>
                  <a:pt x="266" y="308"/>
                </a:lnTo>
                <a:lnTo>
                  <a:pt x="265" y="307"/>
                </a:lnTo>
                <a:lnTo>
                  <a:pt x="265" y="306"/>
                </a:lnTo>
                <a:lnTo>
                  <a:pt x="265" y="306"/>
                </a:lnTo>
                <a:lnTo>
                  <a:pt x="265" y="306"/>
                </a:lnTo>
                <a:lnTo>
                  <a:pt x="265" y="306"/>
                </a:lnTo>
                <a:lnTo>
                  <a:pt x="264" y="305"/>
                </a:lnTo>
                <a:lnTo>
                  <a:pt x="264" y="305"/>
                </a:lnTo>
                <a:lnTo>
                  <a:pt x="264" y="305"/>
                </a:lnTo>
                <a:lnTo>
                  <a:pt x="264" y="304"/>
                </a:lnTo>
                <a:lnTo>
                  <a:pt x="264" y="304"/>
                </a:lnTo>
                <a:lnTo>
                  <a:pt x="264" y="304"/>
                </a:lnTo>
                <a:lnTo>
                  <a:pt x="264" y="304"/>
                </a:lnTo>
                <a:lnTo>
                  <a:pt x="264" y="303"/>
                </a:lnTo>
                <a:lnTo>
                  <a:pt x="264" y="303"/>
                </a:lnTo>
                <a:lnTo>
                  <a:pt x="264" y="303"/>
                </a:lnTo>
                <a:lnTo>
                  <a:pt x="264" y="302"/>
                </a:lnTo>
                <a:lnTo>
                  <a:pt x="264" y="302"/>
                </a:lnTo>
                <a:lnTo>
                  <a:pt x="264" y="302"/>
                </a:lnTo>
                <a:lnTo>
                  <a:pt x="264" y="301"/>
                </a:lnTo>
                <a:lnTo>
                  <a:pt x="265" y="301"/>
                </a:lnTo>
                <a:lnTo>
                  <a:pt x="265" y="301"/>
                </a:lnTo>
                <a:lnTo>
                  <a:pt x="265" y="301"/>
                </a:lnTo>
                <a:lnTo>
                  <a:pt x="265" y="300"/>
                </a:lnTo>
                <a:lnTo>
                  <a:pt x="265" y="300"/>
                </a:lnTo>
                <a:lnTo>
                  <a:pt x="265" y="300"/>
                </a:lnTo>
                <a:lnTo>
                  <a:pt x="266" y="300"/>
                </a:lnTo>
                <a:lnTo>
                  <a:pt x="266" y="299"/>
                </a:lnTo>
                <a:lnTo>
                  <a:pt x="266" y="299"/>
                </a:lnTo>
                <a:lnTo>
                  <a:pt x="266" y="299"/>
                </a:lnTo>
                <a:lnTo>
                  <a:pt x="267" y="299"/>
                </a:lnTo>
                <a:lnTo>
                  <a:pt x="267" y="299"/>
                </a:lnTo>
                <a:lnTo>
                  <a:pt x="267" y="298"/>
                </a:lnTo>
                <a:lnTo>
                  <a:pt x="267" y="298"/>
                </a:lnTo>
                <a:lnTo>
                  <a:pt x="268" y="298"/>
                </a:lnTo>
                <a:lnTo>
                  <a:pt x="269" y="298"/>
                </a:lnTo>
                <a:lnTo>
                  <a:pt x="270" y="297"/>
                </a:lnTo>
                <a:lnTo>
                  <a:pt x="270" y="297"/>
                </a:lnTo>
                <a:lnTo>
                  <a:pt x="271" y="297"/>
                </a:lnTo>
                <a:lnTo>
                  <a:pt x="272" y="296"/>
                </a:lnTo>
                <a:lnTo>
                  <a:pt x="272" y="296"/>
                </a:lnTo>
                <a:lnTo>
                  <a:pt x="273" y="295"/>
                </a:lnTo>
                <a:lnTo>
                  <a:pt x="274" y="295"/>
                </a:lnTo>
                <a:lnTo>
                  <a:pt x="274" y="295"/>
                </a:lnTo>
                <a:lnTo>
                  <a:pt x="274" y="294"/>
                </a:lnTo>
                <a:lnTo>
                  <a:pt x="275" y="294"/>
                </a:lnTo>
                <a:lnTo>
                  <a:pt x="275" y="294"/>
                </a:lnTo>
                <a:lnTo>
                  <a:pt x="275" y="293"/>
                </a:lnTo>
                <a:lnTo>
                  <a:pt x="275" y="293"/>
                </a:lnTo>
                <a:lnTo>
                  <a:pt x="276" y="293"/>
                </a:lnTo>
                <a:lnTo>
                  <a:pt x="276" y="292"/>
                </a:lnTo>
                <a:lnTo>
                  <a:pt x="276" y="292"/>
                </a:lnTo>
                <a:lnTo>
                  <a:pt x="276" y="292"/>
                </a:lnTo>
                <a:lnTo>
                  <a:pt x="276" y="292"/>
                </a:lnTo>
                <a:lnTo>
                  <a:pt x="276" y="292"/>
                </a:lnTo>
                <a:lnTo>
                  <a:pt x="276" y="291"/>
                </a:lnTo>
                <a:lnTo>
                  <a:pt x="276" y="291"/>
                </a:lnTo>
                <a:lnTo>
                  <a:pt x="275" y="291"/>
                </a:lnTo>
                <a:lnTo>
                  <a:pt x="275" y="291"/>
                </a:lnTo>
                <a:lnTo>
                  <a:pt x="275" y="291"/>
                </a:lnTo>
                <a:lnTo>
                  <a:pt x="275" y="291"/>
                </a:lnTo>
                <a:lnTo>
                  <a:pt x="275" y="290"/>
                </a:lnTo>
                <a:lnTo>
                  <a:pt x="275" y="290"/>
                </a:lnTo>
                <a:lnTo>
                  <a:pt x="275" y="290"/>
                </a:lnTo>
                <a:lnTo>
                  <a:pt x="275" y="290"/>
                </a:lnTo>
                <a:lnTo>
                  <a:pt x="275" y="290"/>
                </a:lnTo>
                <a:lnTo>
                  <a:pt x="275" y="290"/>
                </a:lnTo>
                <a:lnTo>
                  <a:pt x="259" y="277"/>
                </a:lnTo>
                <a:lnTo>
                  <a:pt x="259" y="277"/>
                </a:lnTo>
                <a:lnTo>
                  <a:pt x="259" y="277"/>
                </a:lnTo>
                <a:lnTo>
                  <a:pt x="259" y="276"/>
                </a:lnTo>
                <a:lnTo>
                  <a:pt x="258" y="276"/>
                </a:lnTo>
                <a:lnTo>
                  <a:pt x="258" y="276"/>
                </a:lnTo>
                <a:lnTo>
                  <a:pt x="258" y="276"/>
                </a:lnTo>
                <a:lnTo>
                  <a:pt x="258" y="275"/>
                </a:lnTo>
                <a:lnTo>
                  <a:pt x="258" y="275"/>
                </a:lnTo>
                <a:lnTo>
                  <a:pt x="258" y="275"/>
                </a:lnTo>
                <a:lnTo>
                  <a:pt x="257" y="274"/>
                </a:lnTo>
                <a:lnTo>
                  <a:pt x="257" y="274"/>
                </a:lnTo>
                <a:lnTo>
                  <a:pt x="257" y="273"/>
                </a:lnTo>
                <a:lnTo>
                  <a:pt x="257" y="273"/>
                </a:lnTo>
                <a:lnTo>
                  <a:pt x="257" y="273"/>
                </a:lnTo>
                <a:lnTo>
                  <a:pt x="257" y="272"/>
                </a:lnTo>
                <a:lnTo>
                  <a:pt x="257" y="272"/>
                </a:lnTo>
                <a:lnTo>
                  <a:pt x="257" y="272"/>
                </a:lnTo>
                <a:lnTo>
                  <a:pt x="257" y="271"/>
                </a:lnTo>
                <a:lnTo>
                  <a:pt x="258" y="271"/>
                </a:lnTo>
                <a:lnTo>
                  <a:pt x="258" y="271"/>
                </a:lnTo>
                <a:lnTo>
                  <a:pt x="258" y="270"/>
                </a:lnTo>
                <a:lnTo>
                  <a:pt x="258" y="270"/>
                </a:lnTo>
                <a:lnTo>
                  <a:pt x="258" y="270"/>
                </a:lnTo>
                <a:lnTo>
                  <a:pt x="258" y="269"/>
                </a:lnTo>
                <a:lnTo>
                  <a:pt x="259" y="269"/>
                </a:lnTo>
                <a:lnTo>
                  <a:pt x="259" y="269"/>
                </a:lnTo>
                <a:lnTo>
                  <a:pt x="259" y="269"/>
                </a:lnTo>
                <a:lnTo>
                  <a:pt x="259" y="268"/>
                </a:lnTo>
                <a:lnTo>
                  <a:pt x="260" y="268"/>
                </a:lnTo>
                <a:lnTo>
                  <a:pt x="260" y="268"/>
                </a:lnTo>
                <a:lnTo>
                  <a:pt x="260" y="268"/>
                </a:lnTo>
                <a:lnTo>
                  <a:pt x="261" y="268"/>
                </a:lnTo>
                <a:lnTo>
                  <a:pt x="262" y="267"/>
                </a:lnTo>
                <a:lnTo>
                  <a:pt x="263" y="267"/>
                </a:lnTo>
                <a:lnTo>
                  <a:pt x="264" y="266"/>
                </a:lnTo>
                <a:lnTo>
                  <a:pt x="265" y="266"/>
                </a:lnTo>
                <a:lnTo>
                  <a:pt x="266" y="266"/>
                </a:lnTo>
                <a:lnTo>
                  <a:pt x="267" y="265"/>
                </a:lnTo>
                <a:lnTo>
                  <a:pt x="268" y="265"/>
                </a:lnTo>
                <a:lnTo>
                  <a:pt x="269" y="265"/>
                </a:lnTo>
                <a:lnTo>
                  <a:pt x="270" y="264"/>
                </a:lnTo>
                <a:lnTo>
                  <a:pt x="270" y="264"/>
                </a:lnTo>
                <a:lnTo>
                  <a:pt x="271" y="264"/>
                </a:lnTo>
                <a:lnTo>
                  <a:pt x="272" y="263"/>
                </a:lnTo>
                <a:lnTo>
                  <a:pt x="273" y="263"/>
                </a:lnTo>
                <a:lnTo>
                  <a:pt x="274" y="263"/>
                </a:lnTo>
                <a:lnTo>
                  <a:pt x="275" y="263"/>
                </a:lnTo>
                <a:lnTo>
                  <a:pt x="275" y="262"/>
                </a:lnTo>
                <a:lnTo>
                  <a:pt x="276" y="262"/>
                </a:lnTo>
                <a:lnTo>
                  <a:pt x="277" y="262"/>
                </a:lnTo>
                <a:lnTo>
                  <a:pt x="278" y="262"/>
                </a:lnTo>
                <a:lnTo>
                  <a:pt x="279" y="261"/>
                </a:lnTo>
                <a:lnTo>
                  <a:pt x="280" y="261"/>
                </a:lnTo>
                <a:lnTo>
                  <a:pt x="280" y="261"/>
                </a:lnTo>
                <a:lnTo>
                  <a:pt x="281" y="261"/>
                </a:lnTo>
                <a:lnTo>
                  <a:pt x="282" y="260"/>
                </a:lnTo>
                <a:lnTo>
                  <a:pt x="282" y="260"/>
                </a:lnTo>
                <a:lnTo>
                  <a:pt x="283" y="260"/>
                </a:lnTo>
                <a:lnTo>
                  <a:pt x="284" y="260"/>
                </a:lnTo>
                <a:lnTo>
                  <a:pt x="284" y="259"/>
                </a:lnTo>
                <a:lnTo>
                  <a:pt x="285" y="259"/>
                </a:lnTo>
                <a:lnTo>
                  <a:pt x="285" y="259"/>
                </a:lnTo>
                <a:lnTo>
                  <a:pt x="285" y="258"/>
                </a:lnTo>
                <a:lnTo>
                  <a:pt x="285" y="258"/>
                </a:lnTo>
                <a:lnTo>
                  <a:pt x="285" y="258"/>
                </a:lnTo>
                <a:lnTo>
                  <a:pt x="285" y="258"/>
                </a:lnTo>
                <a:lnTo>
                  <a:pt x="286" y="257"/>
                </a:lnTo>
                <a:lnTo>
                  <a:pt x="286" y="257"/>
                </a:lnTo>
                <a:lnTo>
                  <a:pt x="286" y="257"/>
                </a:lnTo>
                <a:lnTo>
                  <a:pt x="286" y="256"/>
                </a:lnTo>
                <a:lnTo>
                  <a:pt x="285" y="256"/>
                </a:lnTo>
                <a:lnTo>
                  <a:pt x="285" y="255"/>
                </a:lnTo>
                <a:lnTo>
                  <a:pt x="285" y="254"/>
                </a:lnTo>
                <a:lnTo>
                  <a:pt x="285" y="253"/>
                </a:lnTo>
                <a:lnTo>
                  <a:pt x="285" y="252"/>
                </a:lnTo>
                <a:lnTo>
                  <a:pt x="284" y="251"/>
                </a:lnTo>
                <a:lnTo>
                  <a:pt x="284" y="250"/>
                </a:lnTo>
                <a:lnTo>
                  <a:pt x="283" y="248"/>
                </a:lnTo>
                <a:lnTo>
                  <a:pt x="283" y="247"/>
                </a:lnTo>
                <a:lnTo>
                  <a:pt x="282" y="245"/>
                </a:lnTo>
                <a:lnTo>
                  <a:pt x="279" y="238"/>
                </a:lnTo>
                <a:lnTo>
                  <a:pt x="279" y="238"/>
                </a:lnTo>
                <a:lnTo>
                  <a:pt x="279" y="237"/>
                </a:lnTo>
                <a:lnTo>
                  <a:pt x="279" y="237"/>
                </a:lnTo>
                <a:lnTo>
                  <a:pt x="279" y="237"/>
                </a:lnTo>
                <a:lnTo>
                  <a:pt x="279" y="236"/>
                </a:lnTo>
                <a:lnTo>
                  <a:pt x="279" y="236"/>
                </a:lnTo>
                <a:lnTo>
                  <a:pt x="279" y="236"/>
                </a:lnTo>
                <a:lnTo>
                  <a:pt x="279" y="235"/>
                </a:lnTo>
                <a:lnTo>
                  <a:pt x="279" y="235"/>
                </a:lnTo>
                <a:lnTo>
                  <a:pt x="279" y="235"/>
                </a:lnTo>
                <a:lnTo>
                  <a:pt x="279" y="235"/>
                </a:lnTo>
                <a:lnTo>
                  <a:pt x="279" y="234"/>
                </a:lnTo>
                <a:lnTo>
                  <a:pt x="279" y="234"/>
                </a:lnTo>
                <a:lnTo>
                  <a:pt x="279" y="234"/>
                </a:lnTo>
                <a:lnTo>
                  <a:pt x="279" y="233"/>
                </a:lnTo>
                <a:lnTo>
                  <a:pt x="279" y="233"/>
                </a:lnTo>
                <a:lnTo>
                  <a:pt x="279" y="233"/>
                </a:lnTo>
                <a:lnTo>
                  <a:pt x="279" y="233"/>
                </a:lnTo>
                <a:lnTo>
                  <a:pt x="280" y="232"/>
                </a:lnTo>
                <a:lnTo>
                  <a:pt x="280" y="232"/>
                </a:lnTo>
                <a:lnTo>
                  <a:pt x="280" y="232"/>
                </a:lnTo>
                <a:lnTo>
                  <a:pt x="280" y="232"/>
                </a:lnTo>
                <a:lnTo>
                  <a:pt x="280" y="231"/>
                </a:lnTo>
                <a:lnTo>
                  <a:pt x="281" y="231"/>
                </a:lnTo>
                <a:lnTo>
                  <a:pt x="281" y="231"/>
                </a:lnTo>
                <a:lnTo>
                  <a:pt x="281" y="231"/>
                </a:lnTo>
                <a:lnTo>
                  <a:pt x="281" y="231"/>
                </a:lnTo>
                <a:lnTo>
                  <a:pt x="282" y="231"/>
                </a:lnTo>
                <a:lnTo>
                  <a:pt x="282" y="230"/>
                </a:lnTo>
                <a:lnTo>
                  <a:pt x="282" y="230"/>
                </a:lnTo>
                <a:lnTo>
                  <a:pt x="283" y="230"/>
                </a:lnTo>
                <a:lnTo>
                  <a:pt x="283" y="230"/>
                </a:lnTo>
                <a:lnTo>
                  <a:pt x="287" y="229"/>
                </a:lnTo>
                <a:lnTo>
                  <a:pt x="290" y="228"/>
                </a:lnTo>
                <a:lnTo>
                  <a:pt x="293" y="227"/>
                </a:lnTo>
                <a:lnTo>
                  <a:pt x="296" y="227"/>
                </a:lnTo>
                <a:lnTo>
                  <a:pt x="298" y="226"/>
                </a:lnTo>
                <a:lnTo>
                  <a:pt x="300" y="225"/>
                </a:lnTo>
                <a:lnTo>
                  <a:pt x="301" y="224"/>
                </a:lnTo>
                <a:lnTo>
                  <a:pt x="303" y="223"/>
                </a:lnTo>
                <a:lnTo>
                  <a:pt x="304" y="222"/>
                </a:lnTo>
                <a:lnTo>
                  <a:pt x="305" y="221"/>
                </a:lnTo>
                <a:lnTo>
                  <a:pt x="305" y="221"/>
                </a:lnTo>
                <a:lnTo>
                  <a:pt x="306" y="220"/>
                </a:lnTo>
                <a:lnTo>
                  <a:pt x="306" y="219"/>
                </a:lnTo>
                <a:lnTo>
                  <a:pt x="307" y="219"/>
                </a:lnTo>
                <a:lnTo>
                  <a:pt x="307" y="218"/>
                </a:lnTo>
                <a:lnTo>
                  <a:pt x="307" y="218"/>
                </a:lnTo>
                <a:lnTo>
                  <a:pt x="307" y="217"/>
                </a:lnTo>
                <a:lnTo>
                  <a:pt x="307" y="217"/>
                </a:lnTo>
                <a:lnTo>
                  <a:pt x="307" y="216"/>
                </a:lnTo>
                <a:lnTo>
                  <a:pt x="306" y="215"/>
                </a:lnTo>
                <a:lnTo>
                  <a:pt x="306" y="214"/>
                </a:lnTo>
                <a:lnTo>
                  <a:pt x="305" y="214"/>
                </a:lnTo>
                <a:lnTo>
                  <a:pt x="305" y="213"/>
                </a:lnTo>
                <a:lnTo>
                  <a:pt x="304" y="212"/>
                </a:lnTo>
                <a:lnTo>
                  <a:pt x="303" y="211"/>
                </a:lnTo>
                <a:lnTo>
                  <a:pt x="302" y="210"/>
                </a:lnTo>
                <a:lnTo>
                  <a:pt x="301" y="209"/>
                </a:lnTo>
                <a:lnTo>
                  <a:pt x="300" y="208"/>
                </a:lnTo>
                <a:lnTo>
                  <a:pt x="299" y="207"/>
                </a:lnTo>
                <a:lnTo>
                  <a:pt x="298" y="206"/>
                </a:lnTo>
                <a:lnTo>
                  <a:pt x="297" y="205"/>
                </a:lnTo>
                <a:lnTo>
                  <a:pt x="296" y="204"/>
                </a:lnTo>
                <a:lnTo>
                  <a:pt x="294" y="202"/>
                </a:lnTo>
                <a:lnTo>
                  <a:pt x="292" y="200"/>
                </a:lnTo>
                <a:lnTo>
                  <a:pt x="291" y="198"/>
                </a:lnTo>
                <a:lnTo>
                  <a:pt x="288" y="196"/>
                </a:lnTo>
                <a:lnTo>
                  <a:pt x="286" y="194"/>
                </a:lnTo>
                <a:lnTo>
                  <a:pt x="285" y="192"/>
                </a:lnTo>
                <a:lnTo>
                  <a:pt x="283" y="189"/>
                </a:lnTo>
                <a:lnTo>
                  <a:pt x="281" y="187"/>
                </a:lnTo>
                <a:lnTo>
                  <a:pt x="279" y="184"/>
                </a:lnTo>
                <a:lnTo>
                  <a:pt x="277" y="181"/>
                </a:lnTo>
                <a:lnTo>
                  <a:pt x="276" y="178"/>
                </a:lnTo>
                <a:lnTo>
                  <a:pt x="274" y="175"/>
                </a:lnTo>
                <a:lnTo>
                  <a:pt x="273" y="172"/>
                </a:lnTo>
                <a:lnTo>
                  <a:pt x="272" y="169"/>
                </a:lnTo>
                <a:lnTo>
                  <a:pt x="271" y="165"/>
                </a:lnTo>
                <a:lnTo>
                  <a:pt x="270" y="161"/>
                </a:lnTo>
                <a:lnTo>
                  <a:pt x="270" y="159"/>
                </a:lnTo>
                <a:lnTo>
                  <a:pt x="270" y="157"/>
                </a:lnTo>
                <a:lnTo>
                  <a:pt x="269" y="155"/>
                </a:lnTo>
                <a:lnTo>
                  <a:pt x="269" y="152"/>
                </a:lnTo>
                <a:lnTo>
                  <a:pt x="269" y="150"/>
                </a:lnTo>
                <a:lnTo>
                  <a:pt x="269" y="148"/>
                </a:lnTo>
                <a:lnTo>
                  <a:pt x="269" y="146"/>
                </a:lnTo>
                <a:lnTo>
                  <a:pt x="269" y="144"/>
                </a:lnTo>
                <a:lnTo>
                  <a:pt x="269" y="142"/>
                </a:lnTo>
                <a:lnTo>
                  <a:pt x="269" y="140"/>
                </a:lnTo>
                <a:lnTo>
                  <a:pt x="269" y="138"/>
                </a:lnTo>
                <a:lnTo>
                  <a:pt x="269" y="136"/>
                </a:lnTo>
                <a:lnTo>
                  <a:pt x="269" y="135"/>
                </a:lnTo>
                <a:lnTo>
                  <a:pt x="269" y="133"/>
                </a:lnTo>
                <a:lnTo>
                  <a:pt x="269" y="131"/>
                </a:lnTo>
                <a:lnTo>
                  <a:pt x="269" y="129"/>
                </a:lnTo>
                <a:lnTo>
                  <a:pt x="270" y="126"/>
                </a:lnTo>
                <a:lnTo>
                  <a:pt x="270" y="122"/>
                </a:lnTo>
                <a:lnTo>
                  <a:pt x="270" y="119"/>
                </a:lnTo>
                <a:lnTo>
                  <a:pt x="270" y="115"/>
                </a:lnTo>
                <a:lnTo>
                  <a:pt x="270" y="112"/>
                </a:lnTo>
                <a:lnTo>
                  <a:pt x="270" y="109"/>
                </a:lnTo>
                <a:lnTo>
                  <a:pt x="269" y="105"/>
                </a:lnTo>
                <a:lnTo>
                  <a:pt x="269" y="102"/>
                </a:lnTo>
                <a:lnTo>
                  <a:pt x="268" y="98"/>
                </a:lnTo>
                <a:lnTo>
                  <a:pt x="267" y="94"/>
                </a:lnTo>
                <a:lnTo>
                  <a:pt x="266" y="90"/>
                </a:lnTo>
                <a:lnTo>
                  <a:pt x="264" y="86"/>
                </a:lnTo>
                <a:lnTo>
                  <a:pt x="263" y="82"/>
                </a:lnTo>
                <a:lnTo>
                  <a:pt x="260" y="78"/>
                </a:lnTo>
                <a:lnTo>
                  <a:pt x="258" y="73"/>
                </a:lnTo>
                <a:lnTo>
                  <a:pt x="255" y="68"/>
                </a:lnTo>
                <a:lnTo>
                  <a:pt x="252" y="63"/>
                </a:lnTo>
                <a:lnTo>
                  <a:pt x="248" y="59"/>
                </a:lnTo>
                <a:lnTo>
                  <a:pt x="245" y="54"/>
                </a:lnTo>
                <a:lnTo>
                  <a:pt x="241" y="50"/>
                </a:lnTo>
                <a:lnTo>
                  <a:pt x="236" y="46"/>
                </a:lnTo>
                <a:lnTo>
                  <a:pt x="232" y="42"/>
                </a:lnTo>
                <a:lnTo>
                  <a:pt x="227" y="38"/>
                </a:lnTo>
                <a:lnTo>
                  <a:pt x="222" y="35"/>
                </a:lnTo>
                <a:lnTo>
                  <a:pt x="217" y="31"/>
                </a:lnTo>
                <a:lnTo>
                  <a:pt x="211" y="28"/>
                </a:lnTo>
                <a:lnTo>
                  <a:pt x="205" y="26"/>
                </a:lnTo>
                <a:lnTo>
                  <a:pt x="199" y="23"/>
                </a:lnTo>
                <a:lnTo>
                  <a:pt x="193" y="21"/>
                </a:lnTo>
                <a:lnTo>
                  <a:pt x="187" y="19"/>
                </a:lnTo>
                <a:lnTo>
                  <a:pt x="180" y="17"/>
                </a:lnTo>
                <a:lnTo>
                  <a:pt x="173" y="15"/>
                </a:lnTo>
                <a:lnTo>
                  <a:pt x="170" y="14"/>
                </a:lnTo>
                <a:lnTo>
                  <a:pt x="167" y="14"/>
                </a:lnTo>
                <a:lnTo>
                  <a:pt x="163" y="13"/>
                </a:lnTo>
                <a:lnTo>
                  <a:pt x="160" y="13"/>
                </a:lnTo>
                <a:lnTo>
                  <a:pt x="157" y="12"/>
                </a:lnTo>
                <a:lnTo>
                  <a:pt x="153" y="12"/>
                </a:lnTo>
                <a:lnTo>
                  <a:pt x="150" y="12"/>
                </a:lnTo>
                <a:lnTo>
                  <a:pt x="146" y="11"/>
                </a:lnTo>
                <a:lnTo>
                  <a:pt x="143" y="11"/>
                </a:lnTo>
                <a:lnTo>
                  <a:pt x="139" y="11"/>
                </a:lnTo>
                <a:lnTo>
                  <a:pt x="136" y="11"/>
                </a:lnTo>
                <a:lnTo>
                  <a:pt x="132" y="11"/>
                </a:lnTo>
                <a:lnTo>
                  <a:pt x="129" y="11"/>
                </a:lnTo>
                <a:lnTo>
                  <a:pt x="125" y="11"/>
                </a:lnTo>
                <a:lnTo>
                  <a:pt x="122" y="12"/>
                </a:lnTo>
                <a:lnTo>
                  <a:pt x="118" y="12"/>
                </a:lnTo>
                <a:lnTo>
                  <a:pt x="128" y="16"/>
                </a:lnTo>
                <a:lnTo>
                  <a:pt x="137" y="22"/>
                </a:lnTo>
                <a:lnTo>
                  <a:pt x="146" y="27"/>
                </a:lnTo>
                <a:lnTo>
                  <a:pt x="154" y="34"/>
                </a:lnTo>
                <a:lnTo>
                  <a:pt x="161" y="41"/>
                </a:lnTo>
                <a:lnTo>
                  <a:pt x="169" y="48"/>
                </a:lnTo>
                <a:lnTo>
                  <a:pt x="175" y="56"/>
                </a:lnTo>
                <a:lnTo>
                  <a:pt x="181" y="64"/>
                </a:lnTo>
                <a:lnTo>
                  <a:pt x="187" y="73"/>
                </a:lnTo>
                <a:lnTo>
                  <a:pt x="191" y="82"/>
                </a:lnTo>
                <a:lnTo>
                  <a:pt x="196" y="92"/>
                </a:lnTo>
                <a:lnTo>
                  <a:pt x="199" y="102"/>
                </a:lnTo>
                <a:lnTo>
                  <a:pt x="202" y="112"/>
                </a:lnTo>
                <a:lnTo>
                  <a:pt x="204" y="122"/>
                </a:lnTo>
                <a:lnTo>
                  <a:pt x="205" y="133"/>
                </a:lnTo>
                <a:lnTo>
                  <a:pt x="205" y="144"/>
                </a:lnTo>
                <a:lnTo>
                  <a:pt x="204" y="159"/>
                </a:lnTo>
                <a:lnTo>
                  <a:pt x="202" y="173"/>
                </a:lnTo>
                <a:lnTo>
                  <a:pt x="199" y="186"/>
                </a:lnTo>
                <a:lnTo>
                  <a:pt x="194" y="200"/>
                </a:lnTo>
                <a:lnTo>
                  <a:pt x="188" y="212"/>
                </a:lnTo>
                <a:lnTo>
                  <a:pt x="181" y="224"/>
                </a:lnTo>
                <a:lnTo>
                  <a:pt x="172" y="235"/>
                </a:lnTo>
                <a:lnTo>
                  <a:pt x="163" y="245"/>
                </a:lnTo>
                <a:lnTo>
                  <a:pt x="153" y="254"/>
                </a:lnTo>
                <a:lnTo>
                  <a:pt x="142" y="263"/>
                </a:lnTo>
                <a:lnTo>
                  <a:pt x="130" y="270"/>
                </a:lnTo>
                <a:lnTo>
                  <a:pt x="118" y="276"/>
                </a:lnTo>
                <a:lnTo>
                  <a:pt x="105" y="281"/>
                </a:lnTo>
                <a:lnTo>
                  <a:pt x="91" y="284"/>
                </a:lnTo>
                <a:lnTo>
                  <a:pt x="77" y="286"/>
                </a:lnTo>
                <a:lnTo>
                  <a:pt x="62" y="287"/>
                </a:lnTo>
                <a:lnTo>
                  <a:pt x="59" y="287"/>
                </a:lnTo>
                <a:lnTo>
                  <a:pt x="56" y="287"/>
                </a:lnTo>
                <a:lnTo>
                  <a:pt x="53" y="287"/>
                </a:lnTo>
                <a:lnTo>
                  <a:pt x="50" y="287"/>
                </a:lnTo>
                <a:lnTo>
                  <a:pt x="47" y="286"/>
                </a:lnTo>
                <a:lnTo>
                  <a:pt x="44" y="286"/>
                </a:lnTo>
                <a:lnTo>
                  <a:pt x="41" y="286"/>
                </a:lnTo>
                <a:lnTo>
                  <a:pt x="38" y="285"/>
                </a:lnTo>
                <a:lnTo>
                  <a:pt x="35" y="285"/>
                </a:lnTo>
                <a:lnTo>
                  <a:pt x="32" y="284"/>
                </a:lnTo>
                <a:lnTo>
                  <a:pt x="29" y="283"/>
                </a:lnTo>
                <a:lnTo>
                  <a:pt x="26" y="283"/>
                </a:lnTo>
                <a:lnTo>
                  <a:pt x="23" y="282"/>
                </a:lnTo>
                <a:lnTo>
                  <a:pt x="20" y="281"/>
                </a:lnTo>
                <a:lnTo>
                  <a:pt x="17" y="280"/>
                </a:lnTo>
                <a:lnTo>
                  <a:pt x="15" y="279"/>
                </a:lnTo>
                <a:lnTo>
                  <a:pt x="16" y="286"/>
                </a:lnTo>
                <a:lnTo>
                  <a:pt x="18" y="292"/>
                </a:lnTo>
                <a:lnTo>
                  <a:pt x="19" y="299"/>
                </a:lnTo>
                <a:lnTo>
                  <a:pt x="20" y="306"/>
                </a:lnTo>
                <a:lnTo>
                  <a:pt x="21" y="313"/>
                </a:lnTo>
                <a:lnTo>
                  <a:pt x="22" y="320"/>
                </a:lnTo>
                <a:lnTo>
                  <a:pt x="22" y="328"/>
                </a:lnTo>
                <a:lnTo>
                  <a:pt x="23" y="336"/>
                </a:lnTo>
                <a:lnTo>
                  <a:pt x="23" y="344"/>
                </a:lnTo>
                <a:lnTo>
                  <a:pt x="22" y="352"/>
                </a:lnTo>
                <a:lnTo>
                  <a:pt x="22" y="361"/>
                </a:lnTo>
                <a:lnTo>
                  <a:pt x="21" y="370"/>
                </a:lnTo>
                <a:lnTo>
                  <a:pt x="19" y="379"/>
                </a:lnTo>
                <a:lnTo>
                  <a:pt x="18" y="389"/>
                </a:lnTo>
                <a:lnTo>
                  <a:pt x="16" y="398"/>
                </a:lnTo>
                <a:lnTo>
                  <a:pt x="13" y="40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3" name="Freeform 1023"/>
          <p:cNvSpPr/>
          <p:nvPr/>
        </p:nvSpPr>
        <p:spPr>
          <a:xfrm>
            <a:off x="9753009" y="248260"/>
            <a:ext cx="272929" cy="272929"/>
          </a:xfrm>
          <a:custGeom>
            <a:avLst/>
            <a:gdLst/>
            <a:ahLst/>
            <a:cxnLst/>
            <a:rect l="l" t="t" r="r" b="b"/>
            <a:pathLst>
              <a:path w="287" h="287">
                <a:moveTo>
                  <a:pt x="143" y="287"/>
                </a:moveTo>
                <a:lnTo>
                  <a:pt x="129" y="286"/>
                </a:lnTo>
                <a:lnTo>
                  <a:pt x="114" y="284"/>
                </a:lnTo>
                <a:lnTo>
                  <a:pt x="101" y="280"/>
                </a:lnTo>
                <a:lnTo>
                  <a:pt x="88" y="275"/>
                </a:lnTo>
                <a:lnTo>
                  <a:pt x="75" y="269"/>
                </a:lnTo>
                <a:lnTo>
                  <a:pt x="63" y="262"/>
                </a:lnTo>
                <a:lnTo>
                  <a:pt x="52" y="254"/>
                </a:lnTo>
                <a:lnTo>
                  <a:pt x="42" y="245"/>
                </a:lnTo>
                <a:lnTo>
                  <a:pt x="33" y="234"/>
                </a:lnTo>
                <a:lnTo>
                  <a:pt x="25" y="223"/>
                </a:lnTo>
                <a:lnTo>
                  <a:pt x="17" y="212"/>
                </a:lnTo>
                <a:lnTo>
                  <a:pt x="11" y="199"/>
                </a:lnTo>
                <a:lnTo>
                  <a:pt x="6" y="186"/>
                </a:lnTo>
                <a:lnTo>
                  <a:pt x="3" y="172"/>
                </a:lnTo>
                <a:lnTo>
                  <a:pt x="1" y="158"/>
                </a:lnTo>
                <a:lnTo>
                  <a:pt x="0" y="143"/>
                </a:lnTo>
                <a:lnTo>
                  <a:pt x="1" y="129"/>
                </a:lnTo>
                <a:lnTo>
                  <a:pt x="3" y="114"/>
                </a:lnTo>
                <a:lnTo>
                  <a:pt x="6" y="101"/>
                </a:lnTo>
                <a:lnTo>
                  <a:pt x="11" y="88"/>
                </a:lnTo>
                <a:lnTo>
                  <a:pt x="17" y="75"/>
                </a:lnTo>
                <a:lnTo>
                  <a:pt x="25" y="63"/>
                </a:lnTo>
                <a:lnTo>
                  <a:pt x="33" y="52"/>
                </a:lnTo>
                <a:lnTo>
                  <a:pt x="42" y="42"/>
                </a:lnTo>
                <a:lnTo>
                  <a:pt x="52" y="33"/>
                </a:lnTo>
                <a:lnTo>
                  <a:pt x="63" y="25"/>
                </a:lnTo>
                <a:lnTo>
                  <a:pt x="75" y="17"/>
                </a:lnTo>
                <a:lnTo>
                  <a:pt x="88" y="11"/>
                </a:lnTo>
                <a:lnTo>
                  <a:pt x="101" y="6"/>
                </a:lnTo>
                <a:lnTo>
                  <a:pt x="114" y="3"/>
                </a:lnTo>
                <a:lnTo>
                  <a:pt x="129" y="1"/>
                </a:lnTo>
                <a:lnTo>
                  <a:pt x="143" y="0"/>
                </a:lnTo>
                <a:lnTo>
                  <a:pt x="158" y="1"/>
                </a:lnTo>
                <a:lnTo>
                  <a:pt x="172" y="3"/>
                </a:lnTo>
                <a:lnTo>
                  <a:pt x="186" y="6"/>
                </a:lnTo>
                <a:lnTo>
                  <a:pt x="199" y="11"/>
                </a:lnTo>
                <a:lnTo>
                  <a:pt x="212" y="17"/>
                </a:lnTo>
                <a:lnTo>
                  <a:pt x="223" y="25"/>
                </a:lnTo>
                <a:lnTo>
                  <a:pt x="234" y="33"/>
                </a:lnTo>
                <a:lnTo>
                  <a:pt x="245" y="42"/>
                </a:lnTo>
                <a:lnTo>
                  <a:pt x="254" y="52"/>
                </a:lnTo>
                <a:lnTo>
                  <a:pt x="262" y="63"/>
                </a:lnTo>
                <a:lnTo>
                  <a:pt x="269" y="75"/>
                </a:lnTo>
                <a:lnTo>
                  <a:pt x="275" y="88"/>
                </a:lnTo>
                <a:lnTo>
                  <a:pt x="280" y="101"/>
                </a:lnTo>
                <a:lnTo>
                  <a:pt x="284" y="114"/>
                </a:lnTo>
                <a:lnTo>
                  <a:pt x="286" y="129"/>
                </a:lnTo>
                <a:lnTo>
                  <a:pt x="287" y="143"/>
                </a:lnTo>
                <a:lnTo>
                  <a:pt x="286" y="158"/>
                </a:lnTo>
                <a:lnTo>
                  <a:pt x="284" y="172"/>
                </a:lnTo>
                <a:lnTo>
                  <a:pt x="280" y="186"/>
                </a:lnTo>
                <a:lnTo>
                  <a:pt x="275" y="199"/>
                </a:lnTo>
                <a:lnTo>
                  <a:pt x="269" y="212"/>
                </a:lnTo>
                <a:lnTo>
                  <a:pt x="262" y="223"/>
                </a:lnTo>
                <a:lnTo>
                  <a:pt x="254" y="234"/>
                </a:lnTo>
                <a:lnTo>
                  <a:pt x="245" y="245"/>
                </a:lnTo>
                <a:lnTo>
                  <a:pt x="234" y="254"/>
                </a:lnTo>
                <a:lnTo>
                  <a:pt x="223" y="262"/>
                </a:lnTo>
                <a:lnTo>
                  <a:pt x="212" y="269"/>
                </a:lnTo>
                <a:lnTo>
                  <a:pt x="199" y="275"/>
                </a:lnTo>
                <a:lnTo>
                  <a:pt x="186" y="280"/>
                </a:lnTo>
                <a:lnTo>
                  <a:pt x="172" y="284"/>
                </a:lnTo>
                <a:lnTo>
                  <a:pt x="158" y="286"/>
                </a:lnTo>
                <a:lnTo>
                  <a:pt x="143" y="287"/>
                </a:lnTo>
                <a:close/>
                <a:moveTo>
                  <a:pt x="143" y="11"/>
                </a:moveTo>
                <a:lnTo>
                  <a:pt x="130" y="12"/>
                </a:lnTo>
                <a:lnTo>
                  <a:pt x="117" y="14"/>
                </a:lnTo>
                <a:lnTo>
                  <a:pt x="104" y="17"/>
                </a:lnTo>
                <a:lnTo>
                  <a:pt x="92" y="22"/>
                </a:lnTo>
                <a:lnTo>
                  <a:pt x="80" y="27"/>
                </a:lnTo>
                <a:lnTo>
                  <a:pt x="69" y="34"/>
                </a:lnTo>
                <a:lnTo>
                  <a:pt x="59" y="41"/>
                </a:lnTo>
                <a:lnTo>
                  <a:pt x="50" y="50"/>
                </a:lnTo>
                <a:lnTo>
                  <a:pt x="41" y="59"/>
                </a:lnTo>
                <a:lnTo>
                  <a:pt x="34" y="69"/>
                </a:lnTo>
                <a:lnTo>
                  <a:pt x="27" y="80"/>
                </a:lnTo>
                <a:lnTo>
                  <a:pt x="22" y="92"/>
                </a:lnTo>
                <a:lnTo>
                  <a:pt x="17" y="104"/>
                </a:lnTo>
                <a:lnTo>
                  <a:pt x="14" y="117"/>
                </a:lnTo>
                <a:lnTo>
                  <a:pt x="12" y="130"/>
                </a:lnTo>
                <a:lnTo>
                  <a:pt x="11" y="143"/>
                </a:lnTo>
                <a:lnTo>
                  <a:pt x="12" y="157"/>
                </a:lnTo>
                <a:lnTo>
                  <a:pt x="14" y="170"/>
                </a:lnTo>
                <a:lnTo>
                  <a:pt x="17" y="183"/>
                </a:lnTo>
                <a:lnTo>
                  <a:pt x="22" y="195"/>
                </a:lnTo>
                <a:lnTo>
                  <a:pt x="27" y="206"/>
                </a:lnTo>
                <a:lnTo>
                  <a:pt x="34" y="217"/>
                </a:lnTo>
                <a:lnTo>
                  <a:pt x="41" y="227"/>
                </a:lnTo>
                <a:lnTo>
                  <a:pt x="50" y="237"/>
                </a:lnTo>
                <a:lnTo>
                  <a:pt x="59" y="245"/>
                </a:lnTo>
                <a:lnTo>
                  <a:pt x="69" y="253"/>
                </a:lnTo>
                <a:lnTo>
                  <a:pt x="80" y="259"/>
                </a:lnTo>
                <a:lnTo>
                  <a:pt x="92" y="265"/>
                </a:lnTo>
                <a:lnTo>
                  <a:pt x="104" y="269"/>
                </a:lnTo>
                <a:lnTo>
                  <a:pt x="117" y="273"/>
                </a:lnTo>
                <a:lnTo>
                  <a:pt x="130" y="275"/>
                </a:lnTo>
                <a:lnTo>
                  <a:pt x="143" y="275"/>
                </a:lnTo>
                <a:lnTo>
                  <a:pt x="157" y="275"/>
                </a:lnTo>
                <a:lnTo>
                  <a:pt x="170" y="273"/>
                </a:lnTo>
                <a:lnTo>
                  <a:pt x="183" y="269"/>
                </a:lnTo>
                <a:lnTo>
                  <a:pt x="195" y="265"/>
                </a:lnTo>
                <a:lnTo>
                  <a:pt x="206" y="259"/>
                </a:lnTo>
                <a:lnTo>
                  <a:pt x="217" y="253"/>
                </a:lnTo>
                <a:lnTo>
                  <a:pt x="227" y="245"/>
                </a:lnTo>
                <a:lnTo>
                  <a:pt x="237" y="237"/>
                </a:lnTo>
                <a:lnTo>
                  <a:pt x="245" y="227"/>
                </a:lnTo>
                <a:lnTo>
                  <a:pt x="253" y="217"/>
                </a:lnTo>
                <a:lnTo>
                  <a:pt x="259" y="206"/>
                </a:lnTo>
                <a:lnTo>
                  <a:pt x="265" y="195"/>
                </a:lnTo>
                <a:lnTo>
                  <a:pt x="269" y="183"/>
                </a:lnTo>
                <a:lnTo>
                  <a:pt x="273" y="170"/>
                </a:lnTo>
                <a:lnTo>
                  <a:pt x="275" y="157"/>
                </a:lnTo>
                <a:lnTo>
                  <a:pt x="275" y="143"/>
                </a:lnTo>
                <a:lnTo>
                  <a:pt x="275" y="130"/>
                </a:lnTo>
                <a:lnTo>
                  <a:pt x="273" y="117"/>
                </a:lnTo>
                <a:lnTo>
                  <a:pt x="269" y="104"/>
                </a:lnTo>
                <a:lnTo>
                  <a:pt x="265" y="92"/>
                </a:lnTo>
                <a:lnTo>
                  <a:pt x="259" y="80"/>
                </a:lnTo>
                <a:lnTo>
                  <a:pt x="253" y="69"/>
                </a:lnTo>
                <a:lnTo>
                  <a:pt x="245" y="59"/>
                </a:lnTo>
                <a:lnTo>
                  <a:pt x="237" y="50"/>
                </a:lnTo>
                <a:lnTo>
                  <a:pt x="227" y="41"/>
                </a:lnTo>
                <a:lnTo>
                  <a:pt x="217" y="34"/>
                </a:lnTo>
                <a:lnTo>
                  <a:pt x="206" y="27"/>
                </a:lnTo>
                <a:lnTo>
                  <a:pt x="195" y="22"/>
                </a:lnTo>
                <a:lnTo>
                  <a:pt x="183" y="17"/>
                </a:lnTo>
                <a:lnTo>
                  <a:pt x="170" y="14"/>
                </a:lnTo>
                <a:lnTo>
                  <a:pt x="157" y="12"/>
                </a:lnTo>
                <a:lnTo>
                  <a:pt x="143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4" name="Freeform 1024"/>
          <p:cNvSpPr/>
          <p:nvPr/>
        </p:nvSpPr>
        <p:spPr>
          <a:xfrm>
            <a:off x="9830914" y="329898"/>
            <a:ext cx="117129" cy="109642"/>
          </a:xfrm>
          <a:custGeom>
            <a:avLst/>
            <a:gdLst/>
            <a:ahLst/>
            <a:cxnLst/>
            <a:rect l="l" t="t" r="r" b="b"/>
            <a:pathLst>
              <a:path w="123" h="115">
                <a:moveTo>
                  <a:pt x="91" y="115"/>
                </a:moveTo>
                <a:lnTo>
                  <a:pt x="90" y="115"/>
                </a:lnTo>
                <a:lnTo>
                  <a:pt x="89" y="115"/>
                </a:lnTo>
                <a:lnTo>
                  <a:pt x="88" y="115"/>
                </a:lnTo>
                <a:lnTo>
                  <a:pt x="87" y="115"/>
                </a:lnTo>
                <a:lnTo>
                  <a:pt x="87" y="115"/>
                </a:lnTo>
                <a:lnTo>
                  <a:pt x="86" y="115"/>
                </a:lnTo>
                <a:lnTo>
                  <a:pt x="85" y="114"/>
                </a:lnTo>
                <a:lnTo>
                  <a:pt x="84" y="114"/>
                </a:lnTo>
                <a:lnTo>
                  <a:pt x="83" y="114"/>
                </a:lnTo>
                <a:lnTo>
                  <a:pt x="83" y="114"/>
                </a:lnTo>
                <a:lnTo>
                  <a:pt x="82" y="113"/>
                </a:lnTo>
                <a:lnTo>
                  <a:pt x="81" y="113"/>
                </a:lnTo>
                <a:lnTo>
                  <a:pt x="81" y="112"/>
                </a:lnTo>
                <a:lnTo>
                  <a:pt x="80" y="112"/>
                </a:lnTo>
                <a:lnTo>
                  <a:pt x="79" y="112"/>
                </a:lnTo>
                <a:lnTo>
                  <a:pt x="79" y="111"/>
                </a:lnTo>
                <a:lnTo>
                  <a:pt x="78" y="112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4" y="113"/>
                </a:lnTo>
                <a:lnTo>
                  <a:pt x="74" y="113"/>
                </a:lnTo>
                <a:lnTo>
                  <a:pt x="73" y="113"/>
                </a:lnTo>
                <a:lnTo>
                  <a:pt x="72" y="114"/>
                </a:lnTo>
                <a:lnTo>
                  <a:pt x="71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8" y="114"/>
                </a:lnTo>
                <a:lnTo>
                  <a:pt x="67" y="114"/>
                </a:lnTo>
                <a:lnTo>
                  <a:pt x="65" y="114"/>
                </a:lnTo>
                <a:lnTo>
                  <a:pt x="63" y="114"/>
                </a:lnTo>
                <a:lnTo>
                  <a:pt x="62" y="114"/>
                </a:lnTo>
                <a:lnTo>
                  <a:pt x="60" y="113"/>
                </a:lnTo>
                <a:lnTo>
                  <a:pt x="59" y="113"/>
                </a:lnTo>
                <a:lnTo>
                  <a:pt x="57" y="112"/>
                </a:lnTo>
                <a:lnTo>
                  <a:pt x="56" y="112"/>
                </a:lnTo>
                <a:lnTo>
                  <a:pt x="54" y="111"/>
                </a:lnTo>
                <a:lnTo>
                  <a:pt x="53" y="110"/>
                </a:lnTo>
                <a:lnTo>
                  <a:pt x="52" y="109"/>
                </a:lnTo>
                <a:lnTo>
                  <a:pt x="50" y="108"/>
                </a:lnTo>
                <a:lnTo>
                  <a:pt x="49" y="107"/>
                </a:lnTo>
                <a:lnTo>
                  <a:pt x="48" y="105"/>
                </a:lnTo>
                <a:lnTo>
                  <a:pt x="47" y="104"/>
                </a:lnTo>
                <a:lnTo>
                  <a:pt x="46" y="103"/>
                </a:lnTo>
                <a:lnTo>
                  <a:pt x="46" y="101"/>
                </a:lnTo>
                <a:lnTo>
                  <a:pt x="46" y="101"/>
                </a:lnTo>
                <a:lnTo>
                  <a:pt x="45" y="101"/>
                </a:lnTo>
                <a:lnTo>
                  <a:pt x="45" y="101"/>
                </a:lnTo>
                <a:lnTo>
                  <a:pt x="45" y="101"/>
                </a:lnTo>
                <a:lnTo>
                  <a:pt x="45" y="101"/>
                </a:lnTo>
                <a:lnTo>
                  <a:pt x="45" y="101"/>
                </a:lnTo>
                <a:lnTo>
                  <a:pt x="45" y="101"/>
                </a:lnTo>
                <a:lnTo>
                  <a:pt x="44" y="101"/>
                </a:lnTo>
                <a:lnTo>
                  <a:pt x="44" y="101"/>
                </a:lnTo>
                <a:lnTo>
                  <a:pt x="44" y="101"/>
                </a:lnTo>
                <a:lnTo>
                  <a:pt x="44" y="101"/>
                </a:lnTo>
                <a:lnTo>
                  <a:pt x="44" y="101"/>
                </a:lnTo>
                <a:lnTo>
                  <a:pt x="44" y="101"/>
                </a:lnTo>
                <a:lnTo>
                  <a:pt x="43" y="101"/>
                </a:lnTo>
                <a:lnTo>
                  <a:pt x="43" y="101"/>
                </a:lnTo>
                <a:lnTo>
                  <a:pt x="43" y="101"/>
                </a:lnTo>
                <a:lnTo>
                  <a:pt x="41" y="101"/>
                </a:lnTo>
                <a:lnTo>
                  <a:pt x="39" y="101"/>
                </a:lnTo>
                <a:lnTo>
                  <a:pt x="38" y="101"/>
                </a:lnTo>
                <a:lnTo>
                  <a:pt x="36" y="100"/>
                </a:lnTo>
                <a:lnTo>
                  <a:pt x="34" y="100"/>
                </a:lnTo>
                <a:lnTo>
                  <a:pt x="33" y="99"/>
                </a:lnTo>
                <a:lnTo>
                  <a:pt x="31" y="98"/>
                </a:lnTo>
                <a:lnTo>
                  <a:pt x="30" y="97"/>
                </a:lnTo>
                <a:lnTo>
                  <a:pt x="28" y="96"/>
                </a:lnTo>
                <a:lnTo>
                  <a:pt x="27" y="95"/>
                </a:lnTo>
                <a:lnTo>
                  <a:pt x="26" y="94"/>
                </a:lnTo>
                <a:lnTo>
                  <a:pt x="25" y="93"/>
                </a:lnTo>
                <a:lnTo>
                  <a:pt x="24" y="91"/>
                </a:lnTo>
                <a:lnTo>
                  <a:pt x="23" y="90"/>
                </a:lnTo>
                <a:lnTo>
                  <a:pt x="22" y="88"/>
                </a:lnTo>
                <a:lnTo>
                  <a:pt x="21" y="87"/>
                </a:lnTo>
                <a:lnTo>
                  <a:pt x="19" y="86"/>
                </a:lnTo>
                <a:lnTo>
                  <a:pt x="17" y="86"/>
                </a:lnTo>
                <a:lnTo>
                  <a:pt x="15" y="85"/>
                </a:lnTo>
                <a:lnTo>
                  <a:pt x="13" y="84"/>
                </a:lnTo>
                <a:lnTo>
                  <a:pt x="11" y="83"/>
                </a:lnTo>
                <a:lnTo>
                  <a:pt x="9" y="82"/>
                </a:lnTo>
                <a:lnTo>
                  <a:pt x="8" y="80"/>
                </a:lnTo>
                <a:lnTo>
                  <a:pt x="6" y="79"/>
                </a:lnTo>
                <a:lnTo>
                  <a:pt x="5" y="77"/>
                </a:lnTo>
                <a:lnTo>
                  <a:pt x="4" y="76"/>
                </a:lnTo>
                <a:lnTo>
                  <a:pt x="3" y="74"/>
                </a:lnTo>
                <a:lnTo>
                  <a:pt x="2" y="72"/>
                </a:lnTo>
                <a:lnTo>
                  <a:pt x="1" y="70"/>
                </a:lnTo>
                <a:lnTo>
                  <a:pt x="0" y="68"/>
                </a:lnTo>
                <a:lnTo>
                  <a:pt x="0" y="65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59"/>
                </a:lnTo>
                <a:lnTo>
                  <a:pt x="0" y="59"/>
                </a:lnTo>
                <a:lnTo>
                  <a:pt x="1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2" y="54"/>
                </a:lnTo>
                <a:lnTo>
                  <a:pt x="2" y="53"/>
                </a:lnTo>
                <a:lnTo>
                  <a:pt x="2" y="53"/>
                </a:lnTo>
                <a:lnTo>
                  <a:pt x="3" y="52"/>
                </a:lnTo>
                <a:lnTo>
                  <a:pt x="3" y="51"/>
                </a:lnTo>
                <a:lnTo>
                  <a:pt x="3" y="51"/>
                </a:lnTo>
                <a:lnTo>
                  <a:pt x="3" y="51"/>
                </a:lnTo>
                <a:lnTo>
                  <a:pt x="3" y="50"/>
                </a:lnTo>
                <a:lnTo>
                  <a:pt x="3" y="50"/>
                </a:lnTo>
                <a:lnTo>
                  <a:pt x="3" y="49"/>
                </a:lnTo>
                <a:lnTo>
                  <a:pt x="2" y="49"/>
                </a:lnTo>
                <a:lnTo>
                  <a:pt x="2" y="49"/>
                </a:lnTo>
                <a:lnTo>
                  <a:pt x="2" y="48"/>
                </a:lnTo>
                <a:lnTo>
                  <a:pt x="2" y="48"/>
                </a:lnTo>
                <a:lnTo>
                  <a:pt x="2" y="47"/>
                </a:lnTo>
                <a:lnTo>
                  <a:pt x="2" y="47"/>
                </a:lnTo>
                <a:lnTo>
                  <a:pt x="2" y="47"/>
                </a:lnTo>
                <a:lnTo>
                  <a:pt x="2" y="46"/>
                </a:lnTo>
                <a:lnTo>
                  <a:pt x="2" y="46"/>
                </a:lnTo>
                <a:lnTo>
                  <a:pt x="2" y="45"/>
                </a:lnTo>
                <a:lnTo>
                  <a:pt x="2" y="45"/>
                </a:lnTo>
                <a:lnTo>
                  <a:pt x="2" y="43"/>
                </a:lnTo>
                <a:lnTo>
                  <a:pt x="2" y="42"/>
                </a:lnTo>
                <a:lnTo>
                  <a:pt x="3" y="40"/>
                </a:lnTo>
                <a:lnTo>
                  <a:pt x="3" y="39"/>
                </a:lnTo>
                <a:lnTo>
                  <a:pt x="4" y="37"/>
                </a:lnTo>
                <a:lnTo>
                  <a:pt x="4" y="36"/>
                </a:lnTo>
                <a:lnTo>
                  <a:pt x="5" y="34"/>
                </a:lnTo>
                <a:lnTo>
                  <a:pt x="6" y="33"/>
                </a:lnTo>
                <a:lnTo>
                  <a:pt x="7" y="32"/>
                </a:lnTo>
                <a:lnTo>
                  <a:pt x="8" y="31"/>
                </a:lnTo>
                <a:lnTo>
                  <a:pt x="9" y="30"/>
                </a:lnTo>
                <a:lnTo>
                  <a:pt x="10" y="29"/>
                </a:lnTo>
                <a:lnTo>
                  <a:pt x="11" y="28"/>
                </a:lnTo>
                <a:lnTo>
                  <a:pt x="13" y="27"/>
                </a:lnTo>
                <a:lnTo>
                  <a:pt x="14" y="26"/>
                </a:lnTo>
                <a:lnTo>
                  <a:pt x="15" y="26"/>
                </a:lnTo>
                <a:lnTo>
                  <a:pt x="16" y="24"/>
                </a:lnTo>
                <a:lnTo>
                  <a:pt x="16" y="22"/>
                </a:lnTo>
                <a:lnTo>
                  <a:pt x="17" y="20"/>
                </a:lnTo>
                <a:lnTo>
                  <a:pt x="18" y="19"/>
                </a:lnTo>
                <a:lnTo>
                  <a:pt x="19" y="17"/>
                </a:lnTo>
                <a:lnTo>
                  <a:pt x="20" y="16"/>
                </a:lnTo>
                <a:lnTo>
                  <a:pt x="21" y="14"/>
                </a:lnTo>
                <a:lnTo>
                  <a:pt x="22" y="13"/>
                </a:lnTo>
                <a:lnTo>
                  <a:pt x="24" y="12"/>
                </a:lnTo>
                <a:lnTo>
                  <a:pt x="25" y="11"/>
                </a:lnTo>
                <a:lnTo>
                  <a:pt x="27" y="10"/>
                </a:lnTo>
                <a:lnTo>
                  <a:pt x="28" y="9"/>
                </a:lnTo>
                <a:lnTo>
                  <a:pt x="30" y="8"/>
                </a:lnTo>
                <a:lnTo>
                  <a:pt x="32" y="8"/>
                </a:lnTo>
                <a:lnTo>
                  <a:pt x="34" y="8"/>
                </a:lnTo>
                <a:lnTo>
                  <a:pt x="36" y="8"/>
                </a:lnTo>
                <a:lnTo>
                  <a:pt x="36" y="8"/>
                </a:lnTo>
                <a:lnTo>
                  <a:pt x="37" y="8"/>
                </a:lnTo>
                <a:lnTo>
                  <a:pt x="38" y="8"/>
                </a:lnTo>
                <a:lnTo>
                  <a:pt x="38" y="8"/>
                </a:lnTo>
                <a:lnTo>
                  <a:pt x="39" y="8"/>
                </a:lnTo>
                <a:lnTo>
                  <a:pt x="39" y="8"/>
                </a:lnTo>
                <a:lnTo>
                  <a:pt x="40" y="8"/>
                </a:lnTo>
                <a:lnTo>
                  <a:pt x="40" y="8"/>
                </a:lnTo>
                <a:lnTo>
                  <a:pt x="41" y="8"/>
                </a:lnTo>
                <a:lnTo>
                  <a:pt x="41" y="8"/>
                </a:lnTo>
                <a:lnTo>
                  <a:pt x="42" y="9"/>
                </a:lnTo>
                <a:lnTo>
                  <a:pt x="42" y="9"/>
                </a:lnTo>
                <a:lnTo>
                  <a:pt x="43" y="9"/>
                </a:lnTo>
                <a:lnTo>
                  <a:pt x="44" y="9"/>
                </a:lnTo>
                <a:lnTo>
                  <a:pt x="44" y="9"/>
                </a:lnTo>
                <a:lnTo>
                  <a:pt x="45" y="10"/>
                </a:lnTo>
                <a:lnTo>
                  <a:pt x="45" y="9"/>
                </a:lnTo>
                <a:lnTo>
                  <a:pt x="46" y="9"/>
                </a:lnTo>
                <a:lnTo>
                  <a:pt x="47" y="8"/>
                </a:lnTo>
                <a:lnTo>
                  <a:pt x="48" y="8"/>
                </a:lnTo>
                <a:lnTo>
                  <a:pt x="49" y="8"/>
                </a:lnTo>
                <a:lnTo>
                  <a:pt x="50" y="7"/>
                </a:lnTo>
                <a:lnTo>
                  <a:pt x="51" y="7"/>
                </a:lnTo>
                <a:lnTo>
                  <a:pt x="52" y="7"/>
                </a:lnTo>
                <a:lnTo>
                  <a:pt x="53" y="7"/>
                </a:lnTo>
                <a:lnTo>
                  <a:pt x="54" y="7"/>
                </a:lnTo>
                <a:lnTo>
                  <a:pt x="55" y="7"/>
                </a:lnTo>
                <a:lnTo>
                  <a:pt x="56" y="7"/>
                </a:lnTo>
                <a:lnTo>
                  <a:pt x="57" y="7"/>
                </a:lnTo>
                <a:lnTo>
                  <a:pt x="58" y="7"/>
                </a:lnTo>
                <a:lnTo>
                  <a:pt x="59" y="7"/>
                </a:lnTo>
                <a:lnTo>
                  <a:pt x="60" y="7"/>
                </a:lnTo>
                <a:lnTo>
                  <a:pt x="60" y="6"/>
                </a:lnTo>
                <a:lnTo>
                  <a:pt x="61" y="6"/>
                </a:lnTo>
                <a:lnTo>
                  <a:pt x="62" y="5"/>
                </a:lnTo>
                <a:lnTo>
                  <a:pt x="63" y="4"/>
                </a:lnTo>
                <a:lnTo>
                  <a:pt x="64" y="4"/>
                </a:lnTo>
                <a:lnTo>
                  <a:pt x="65" y="3"/>
                </a:lnTo>
                <a:lnTo>
                  <a:pt x="66" y="2"/>
                </a:lnTo>
                <a:lnTo>
                  <a:pt x="67" y="2"/>
                </a:lnTo>
                <a:lnTo>
                  <a:pt x="68" y="1"/>
                </a:lnTo>
                <a:lnTo>
                  <a:pt x="69" y="1"/>
                </a:lnTo>
                <a:lnTo>
                  <a:pt x="70" y="1"/>
                </a:lnTo>
                <a:lnTo>
                  <a:pt x="71" y="0"/>
                </a:lnTo>
                <a:lnTo>
                  <a:pt x="72" y="0"/>
                </a:lnTo>
                <a:lnTo>
                  <a:pt x="73" y="0"/>
                </a:lnTo>
                <a:lnTo>
                  <a:pt x="74" y="0"/>
                </a:lnTo>
                <a:lnTo>
                  <a:pt x="75" y="0"/>
                </a:lnTo>
                <a:lnTo>
                  <a:pt x="77" y="0"/>
                </a:lnTo>
                <a:lnTo>
                  <a:pt x="79" y="0"/>
                </a:lnTo>
                <a:lnTo>
                  <a:pt x="81" y="1"/>
                </a:lnTo>
                <a:lnTo>
                  <a:pt x="83" y="2"/>
                </a:lnTo>
                <a:lnTo>
                  <a:pt x="85" y="2"/>
                </a:lnTo>
                <a:lnTo>
                  <a:pt x="87" y="4"/>
                </a:lnTo>
                <a:lnTo>
                  <a:pt x="88" y="5"/>
                </a:lnTo>
                <a:lnTo>
                  <a:pt x="90" y="6"/>
                </a:lnTo>
                <a:lnTo>
                  <a:pt x="91" y="7"/>
                </a:lnTo>
                <a:lnTo>
                  <a:pt x="92" y="9"/>
                </a:lnTo>
                <a:lnTo>
                  <a:pt x="93" y="11"/>
                </a:lnTo>
                <a:lnTo>
                  <a:pt x="94" y="13"/>
                </a:lnTo>
                <a:lnTo>
                  <a:pt x="95" y="14"/>
                </a:lnTo>
                <a:lnTo>
                  <a:pt x="95" y="16"/>
                </a:lnTo>
                <a:lnTo>
                  <a:pt x="96" y="18"/>
                </a:lnTo>
                <a:lnTo>
                  <a:pt x="96" y="20"/>
                </a:lnTo>
                <a:lnTo>
                  <a:pt x="97" y="21"/>
                </a:lnTo>
                <a:lnTo>
                  <a:pt x="98" y="22"/>
                </a:lnTo>
                <a:lnTo>
                  <a:pt x="98" y="23"/>
                </a:lnTo>
                <a:lnTo>
                  <a:pt x="99" y="24"/>
                </a:lnTo>
                <a:lnTo>
                  <a:pt x="100" y="25"/>
                </a:lnTo>
                <a:lnTo>
                  <a:pt x="100" y="26"/>
                </a:lnTo>
                <a:lnTo>
                  <a:pt x="101" y="27"/>
                </a:lnTo>
                <a:lnTo>
                  <a:pt x="101" y="28"/>
                </a:lnTo>
                <a:lnTo>
                  <a:pt x="102" y="29"/>
                </a:lnTo>
                <a:lnTo>
                  <a:pt x="102" y="30"/>
                </a:lnTo>
                <a:lnTo>
                  <a:pt x="102" y="31"/>
                </a:lnTo>
                <a:lnTo>
                  <a:pt x="103" y="32"/>
                </a:lnTo>
                <a:lnTo>
                  <a:pt x="103" y="33"/>
                </a:lnTo>
                <a:lnTo>
                  <a:pt x="103" y="34"/>
                </a:lnTo>
                <a:lnTo>
                  <a:pt x="103" y="35"/>
                </a:lnTo>
                <a:lnTo>
                  <a:pt x="103" y="36"/>
                </a:lnTo>
                <a:lnTo>
                  <a:pt x="103" y="36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9"/>
                </a:lnTo>
                <a:lnTo>
                  <a:pt x="104" y="39"/>
                </a:lnTo>
                <a:lnTo>
                  <a:pt x="105" y="40"/>
                </a:lnTo>
                <a:lnTo>
                  <a:pt x="106" y="41"/>
                </a:lnTo>
                <a:lnTo>
                  <a:pt x="107" y="42"/>
                </a:lnTo>
                <a:lnTo>
                  <a:pt x="108" y="43"/>
                </a:lnTo>
                <a:lnTo>
                  <a:pt x="108" y="44"/>
                </a:lnTo>
                <a:lnTo>
                  <a:pt x="109" y="45"/>
                </a:lnTo>
                <a:lnTo>
                  <a:pt x="110" y="46"/>
                </a:lnTo>
                <a:lnTo>
                  <a:pt x="110" y="47"/>
                </a:lnTo>
                <a:lnTo>
                  <a:pt x="111" y="48"/>
                </a:lnTo>
                <a:lnTo>
                  <a:pt x="111" y="49"/>
                </a:lnTo>
                <a:lnTo>
                  <a:pt x="111" y="50"/>
                </a:lnTo>
                <a:lnTo>
                  <a:pt x="112" y="52"/>
                </a:lnTo>
                <a:lnTo>
                  <a:pt x="112" y="53"/>
                </a:lnTo>
                <a:lnTo>
                  <a:pt x="112" y="54"/>
                </a:lnTo>
                <a:lnTo>
                  <a:pt x="112" y="55"/>
                </a:lnTo>
                <a:lnTo>
                  <a:pt x="112" y="56"/>
                </a:lnTo>
                <a:lnTo>
                  <a:pt x="113" y="57"/>
                </a:lnTo>
                <a:lnTo>
                  <a:pt x="114" y="57"/>
                </a:lnTo>
                <a:lnTo>
                  <a:pt x="115" y="58"/>
                </a:lnTo>
                <a:lnTo>
                  <a:pt x="116" y="59"/>
                </a:lnTo>
                <a:lnTo>
                  <a:pt x="117" y="60"/>
                </a:lnTo>
                <a:lnTo>
                  <a:pt x="118" y="61"/>
                </a:lnTo>
                <a:lnTo>
                  <a:pt x="119" y="62"/>
                </a:lnTo>
                <a:lnTo>
                  <a:pt x="120" y="63"/>
                </a:lnTo>
                <a:lnTo>
                  <a:pt x="121" y="65"/>
                </a:lnTo>
                <a:lnTo>
                  <a:pt x="121" y="66"/>
                </a:lnTo>
                <a:lnTo>
                  <a:pt x="122" y="67"/>
                </a:lnTo>
                <a:lnTo>
                  <a:pt x="122" y="68"/>
                </a:lnTo>
                <a:lnTo>
                  <a:pt x="123" y="70"/>
                </a:lnTo>
                <a:lnTo>
                  <a:pt x="123" y="71"/>
                </a:lnTo>
                <a:lnTo>
                  <a:pt x="123" y="73"/>
                </a:lnTo>
                <a:lnTo>
                  <a:pt x="123" y="74"/>
                </a:lnTo>
                <a:lnTo>
                  <a:pt x="123" y="76"/>
                </a:lnTo>
                <a:lnTo>
                  <a:pt x="123" y="77"/>
                </a:lnTo>
                <a:lnTo>
                  <a:pt x="122" y="79"/>
                </a:lnTo>
                <a:lnTo>
                  <a:pt x="122" y="80"/>
                </a:lnTo>
                <a:lnTo>
                  <a:pt x="122" y="81"/>
                </a:lnTo>
                <a:lnTo>
                  <a:pt x="121" y="83"/>
                </a:lnTo>
                <a:lnTo>
                  <a:pt x="120" y="84"/>
                </a:lnTo>
                <a:lnTo>
                  <a:pt x="120" y="85"/>
                </a:lnTo>
                <a:lnTo>
                  <a:pt x="119" y="86"/>
                </a:lnTo>
                <a:lnTo>
                  <a:pt x="118" y="88"/>
                </a:lnTo>
                <a:lnTo>
                  <a:pt x="117" y="89"/>
                </a:lnTo>
                <a:lnTo>
                  <a:pt x="116" y="90"/>
                </a:lnTo>
                <a:lnTo>
                  <a:pt x="115" y="90"/>
                </a:lnTo>
                <a:lnTo>
                  <a:pt x="114" y="91"/>
                </a:lnTo>
                <a:lnTo>
                  <a:pt x="112" y="92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7"/>
                </a:lnTo>
                <a:lnTo>
                  <a:pt x="111" y="99"/>
                </a:lnTo>
                <a:lnTo>
                  <a:pt x="110" y="101"/>
                </a:lnTo>
                <a:lnTo>
                  <a:pt x="110" y="102"/>
                </a:lnTo>
                <a:lnTo>
                  <a:pt x="109" y="104"/>
                </a:lnTo>
                <a:lnTo>
                  <a:pt x="108" y="106"/>
                </a:lnTo>
                <a:lnTo>
                  <a:pt x="107" y="108"/>
                </a:lnTo>
                <a:lnTo>
                  <a:pt x="105" y="109"/>
                </a:lnTo>
                <a:lnTo>
                  <a:pt x="104" y="110"/>
                </a:lnTo>
                <a:lnTo>
                  <a:pt x="102" y="112"/>
                </a:lnTo>
                <a:lnTo>
                  <a:pt x="100" y="113"/>
                </a:lnTo>
                <a:lnTo>
                  <a:pt x="99" y="113"/>
                </a:lnTo>
                <a:lnTo>
                  <a:pt x="97" y="114"/>
                </a:lnTo>
                <a:lnTo>
                  <a:pt x="95" y="115"/>
                </a:lnTo>
                <a:lnTo>
                  <a:pt x="93" y="115"/>
                </a:lnTo>
                <a:lnTo>
                  <a:pt x="91" y="115"/>
                </a:lnTo>
                <a:close/>
                <a:moveTo>
                  <a:pt x="79" y="98"/>
                </a:move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80" y="98"/>
                </a:lnTo>
                <a:lnTo>
                  <a:pt x="80" y="98"/>
                </a:lnTo>
                <a:lnTo>
                  <a:pt x="80" y="98"/>
                </a:lnTo>
                <a:lnTo>
                  <a:pt x="81" y="99"/>
                </a:lnTo>
                <a:lnTo>
                  <a:pt x="81" y="99"/>
                </a:lnTo>
                <a:lnTo>
                  <a:pt x="81" y="99"/>
                </a:lnTo>
                <a:lnTo>
                  <a:pt x="81" y="99"/>
                </a:lnTo>
                <a:lnTo>
                  <a:pt x="82" y="99"/>
                </a:lnTo>
                <a:lnTo>
                  <a:pt x="82" y="99"/>
                </a:lnTo>
                <a:lnTo>
                  <a:pt x="82" y="99"/>
                </a:lnTo>
                <a:lnTo>
                  <a:pt x="82" y="99"/>
                </a:lnTo>
                <a:lnTo>
                  <a:pt x="83" y="100"/>
                </a:lnTo>
                <a:lnTo>
                  <a:pt x="83" y="100"/>
                </a:lnTo>
                <a:lnTo>
                  <a:pt x="83" y="100"/>
                </a:lnTo>
                <a:lnTo>
                  <a:pt x="83" y="100"/>
                </a:lnTo>
                <a:lnTo>
                  <a:pt x="83" y="100"/>
                </a:lnTo>
                <a:lnTo>
                  <a:pt x="84" y="101"/>
                </a:lnTo>
                <a:lnTo>
                  <a:pt x="84" y="101"/>
                </a:lnTo>
                <a:lnTo>
                  <a:pt x="84" y="102"/>
                </a:lnTo>
                <a:lnTo>
                  <a:pt x="85" y="102"/>
                </a:lnTo>
                <a:lnTo>
                  <a:pt x="85" y="102"/>
                </a:lnTo>
                <a:lnTo>
                  <a:pt x="86" y="103"/>
                </a:lnTo>
                <a:lnTo>
                  <a:pt x="86" y="103"/>
                </a:lnTo>
                <a:lnTo>
                  <a:pt x="87" y="103"/>
                </a:lnTo>
                <a:lnTo>
                  <a:pt x="87" y="103"/>
                </a:lnTo>
                <a:lnTo>
                  <a:pt x="88" y="103"/>
                </a:lnTo>
                <a:lnTo>
                  <a:pt x="88" y="104"/>
                </a:lnTo>
                <a:lnTo>
                  <a:pt x="89" y="104"/>
                </a:lnTo>
                <a:lnTo>
                  <a:pt x="89" y="104"/>
                </a:lnTo>
                <a:lnTo>
                  <a:pt x="90" y="104"/>
                </a:lnTo>
                <a:lnTo>
                  <a:pt x="90" y="104"/>
                </a:lnTo>
                <a:lnTo>
                  <a:pt x="91" y="104"/>
                </a:lnTo>
                <a:lnTo>
                  <a:pt x="92" y="104"/>
                </a:lnTo>
                <a:lnTo>
                  <a:pt x="93" y="104"/>
                </a:lnTo>
                <a:lnTo>
                  <a:pt x="93" y="104"/>
                </a:lnTo>
                <a:lnTo>
                  <a:pt x="94" y="103"/>
                </a:lnTo>
                <a:lnTo>
                  <a:pt x="95" y="103"/>
                </a:lnTo>
                <a:lnTo>
                  <a:pt x="96" y="102"/>
                </a:lnTo>
                <a:lnTo>
                  <a:pt x="97" y="102"/>
                </a:lnTo>
                <a:lnTo>
                  <a:pt x="97" y="101"/>
                </a:lnTo>
                <a:lnTo>
                  <a:pt x="98" y="101"/>
                </a:lnTo>
                <a:lnTo>
                  <a:pt x="98" y="100"/>
                </a:lnTo>
                <a:lnTo>
                  <a:pt x="99" y="99"/>
                </a:lnTo>
                <a:lnTo>
                  <a:pt x="99" y="98"/>
                </a:lnTo>
                <a:lnTo>
                  <a:pt x="100" y="97"/>
                </a:lnTo>
                <a:lnTo>
                  <a:pt x="100" y="96"/>
                </a:lnTo>
                <a:lnTo>
                  <a:pt x="100" y="95"/>
                </a:lnTo>
                <a:lnTo>
                  <a:pt x="100" y="95"/>
                </a:lnTo>
                <a:lnTo>
                  <a:pt x="100" y="94"/>
                </a:lnTo>
                <a:lnTo>
                  <a:pt x="100" y="94"/>
                </a:lnTo>
                <a:lnTo>
                  <a:pt x="100" y="94"/>
                </a:lnTo>
                <a:lnTo>
                  <a:pt x="100" y="94"/>
                </a:lnTo>
                <a:lnTo>
                  <a:pt x="100" y="93"/>
                </a:lnTo>
                <a:lnTo>
                  <a:pt x="100" y="93"/>
                </a:lnTo>
                <a:lnTo>
                  <a:pt x="100" y="93"/>
                </a:lnTo>
                <a:lnTo>
                  <a:pt x="100" y="93"/>
                </a:lnTo>
                <a:lnTo>
                  <a:pt x="100" y="93"/>
                </a:lnTo>
                <a:lnTo>
                  <a:pt x="100" y="92"/>
                </a:lnTo>
                <a:lnTo>
                  <a:pt x="100" y="92"/>
                </a:lnTo>
                <a:lnTo>
                  <a:pt x="100" y="92"/>
                </a:lnTo>
                <a:lnTo>
                  <a:pt x="100" y="92"/>
                </a:lnTo>
                <a:lnTo>
                  <a:pt x="100" y="92"/>
                </a:lnTo>
                <a:lnTo>
                  <a:pt x="100" y="91"/>
                </a:lnTo>
                <a:lnTo>
                  <a:pt x="99" y="91"/>
                </a:lnTo>
                <a:lnTo>
                  <a:pt x="99" y="91"/>
                </a:lnTo>
                <a:lnTo>
                  <a:pt x="99" y="90"/>
                </a:lnTo>
                <a:lnTo>
                  <a:pt x="99" y="90"/>
                </a:lnTo>
                <a:lnTo>
                  <a:pt x="99" y="90"/>
                </a:lnTo>
                <a:lnTo>
                  <a:pt x="99" y="90"/>
                </a:lnTo>
                <a:lnTo>
                  <a:pt x="99" y="89"/>
                </a:lnTo>
                <a:lnTo>
                  <a:pt x="99" y="89"/>
                </a:lnTo>
                <a:lnTo>
                  <a:pt x="99" y="89"/>
                </a:lnTo>
                <a:lnTo>
                  <a:pt x="99" y="88"/>
                </a:lnTo>
                <a:lnTo>
                  <a:pt x="99" y="88"/>
                </a:lnTo>
                <a:lnTo>
                  <a:pt x="99" y="88"/>
                </a:lnTo>
                <a:lnTo>
                  <a:pt x="99" y="87"/>
                </a:lnTo>
                <a:lnTo>
                  <a:pt x="99" y="87"/>
                </a:lnTo>
                <a:lnTo>
                  <a:pt x="100" y="87"/>
                </a:lnTo>
                <a:lnTo>
                  <a:pt x="100" y="87"/>
                </a:lnTo>
                <a:lnTo>
                  <a:pt x="100" y="86"/>
                </a:lnTo>
                <a:lnTo>
                  <a:pt x="100" y="86"/>
                </a:lnTo>
                <a:lnTo>
                  <a:pt x="100" y="86"/>
                </a:lnTo>
                <a:lnTo>
                  <a:pt x="100" y="85"/>
                </a:lnTo>
                <a:lnTo>
                  <a:pt x="101" y="85"/>
                </a:lnTo>
                <a:lnTo>
                  <a:pt x="101" y="85"/>
                </a:lnTo>
                <a:lnTo>
                  <a:pt x="101" y="85"/>
                </a:lnTo>
                <a:lnTo>
                  <a:pt x="101" y="85"/>
                </a:lnTo>
                <a:lnTo>
                  <a:pt x="101" y="84"/>
                </a:lnTo>
                <a:lnTo>
                  <a:pt x="102" y="84"/>
                </a:lnTo>
                <a:lnTo>
                  <a:pt x="102" y="84"/>
                </a:lnTo>
                <a:lnTo>
                  <a:pt x="102" y="84"/>
                </a:lnTo>
                <a:lnTo>
                  <a:pt x="103" y="84"/>
                </a:lnTo>
                <a:lnTo>
                  <a:pt x="103" y="84"/>
                </a:lnTo>
                <a:lnTo>
                  <a:pt x="103" y="84"/>
                </a:lnTo>
                <a:lnTo>
                  <a:pt x="103" y="84"/>
                </a:lnTo>
                <a:lnTo>
                  <a:pt x="104" y="84"/>
                </a:lnTo>
                <a:lnTo>
                  <a:pt x="105" y="83"/>
                </a:lnTo>
                <a:lnTo>
                  <a:pt x="105" y="83"/>
                </a:lnTo>
                <a:lnTo>
                  <a:pt x="106" y="83"/>
                </a:lnTo>
                <a:lnTo>
                  <a:pt x="107" y="82"/>
                </a:lnTo>
                <a:lnTo>
                  <a:pt x="108" y="82"/>
                </a:lnTo>
                <a:lnTo>
                  <a:pt x="108" y="81"/>
                </a:lnTo>
                <a:lnTo>
                  <a:pt x="109" y="81"/>
                </a:lnTo>
                <a:lnTo>
                  <a:pt x="110" y="80"/>
                </a:lnTo>
                <a:lnTo>
                  <a:pt x="110" y="80"/>
                </a:lnTo>
                <a:lnTo>
                  <a:pt x="110" y="79"/>
                </a:lnTo>
                <a:lnTo>
                  <a:pt x="111" y="78"/>
                </a:lnTo>
                <a:lnTo>
                  <a:pt x="111" y="78"/>
                </a:lnTo>
                <a:lnTo>
                  <a:pt x="111" y="77"/>
                </a:lnTo>
                <a:lnTo>
                  <a:pt x="112" y="76"/>
                </a:lnTo>
                <a:lnTo>
                  <a:pt x="112" y="75"/>
                </a:lnTo>
                <a:lnTo>
                  <a:pt x="112" y="74"/>
                </a:lnTo>
                <a:lnTo>
                  <a:pt x="112" y="73"/>
                </a:lnTo>
                <a:lnTo>
                  <a:pt x="112" y="73"/>
                </a:lnTo>
                <a:lnTo>
                  <a:pt x="111" y="72"/>
                </a:lnTo>
                <a:lnTo>
                  <a:pt x="111" y="71"/>
                </a:lnTo>
                <a:lnTo>
                  <a:pt x="111" y="70"/>
                </a:lnTo>
                <a:lnTo>
                  <a:pt x="111" y="70"/>
                </a:lnTo>
                <a:lnTo>
                  <a:pt x="110" y="69"/>
                </a:lnTo>
                <a:lnTo>
                  <a:pt x="110" y="68"/>
                </a:lnTo>
                <a:lnTo>
                  <a:pt x="109" y="68"/>
                </a:lnTo>
                <a:lnTo>
                  <a:pt x="109" y="67"/>
                </a:lnTo>
                <a:lnTo>
                  <a:pt x="108" y="67"/>
                </a:lnTo>
                <a:lnTo>
                  <a:pt x="107" y="66"/>
                </a:lnTo>
                <a:lnTo>
                  <a:pt x="107" y="66"/>
                </a:lnTo>
                <a:lnTo>
                  <a:pt x="106" y="66"/>
                </a:lnTo>
                <a:lnTo>
                  <a:pt x="105" y="65"/>
                </a:lnTo>
                <a:lnTo>
                  <a:pt x="104" y="65"/>
                </a:lnTo>
                <a:lnTo>
                  <a:pt x="104" y="65"/>
                </a:lnTo>
                <a:lnTo>
                  <a:pt x="104" y="65"/>
                </a:lnTo>
                <a:lnTo>
                  <a:pt x="104" y="65"/>
                </a:lnTo>
                <a:lnTo>
                  <a:pt x="103" y="65"/>
                </a:lnTo>
                <a:lnTo>
                  <a:pt x="103" y="65"/>
                </a:lnTo>
                <a:lnTo>
                  <a:pt x="103" y="64"/>
                </a:lnTo>
                <a:lnTo>
                  <a:pt x="103" y="64"/>
                </a:lnTo>
                <a:lnTo>
                  <a:pt x="102" y="64"/>
                </a:lnTo>
                <a:lnTo>
                  <a:pt x="102" y="64"/>
                </a:lnTo>
                <a:lnTo>
                  <a:pt x="102" y="64"/>
                </a:lnTo>
                <a:lnTo>
                  <a:pt x="102" y="64"/>
                </a:lnTo>
                <a:lnTo>
                  <a:pt x="102" y="63"/>
                </a:lnTo>
                <a:lnTo>
                  <a:pt x="101" y="63"/>
                </a:lnTo>
                <a:lnTo>
                  <a:pt x="101" y="63"/>
                </a:lnTo>
                <a:lnTo>
                  <a:pt x="101" y="63"/>
                </a:lnTo>
                <a:lnTo>
                  <a:pt x="101" y="62"/>
                </a:lnTo>
                <a:lnTo>
                  <a:pt x="101" y="62"/>
                </a:lnTo>
                <a:lnTo>
                  <a:pt x="101" y="62"/>
                </a:lnTo>
                <a:lnTo>
                  <a:pt x="101" y="62"/>
                </a:lnTo>
                <a:lnTo>
                  <a:pt x="100" y="61"/>
                </a:lnTo>
                <a:lnTo>
                  <a:pt x="100" y="61"/>
                </a:lnTo>
                <a:lnTo>
                  <a:pt x="100" y="61"/>
                </a:lnTo>
                <a:lnTo>
                  <a:pt x="100" y="61"/>
                </a:lnTo>
                <a:lnTo>
                  <a:pt x="100" y="60"/>
                </a:lnTo>
                <a:lnTo>
                  <a:pt x="100" y="60"/>
                </a:lnTo>
                <a:lnTo>
                  <a:pt x="100" y="60"/>
                </a:lnTo>
                <a:lnTo>
                  <a:pt x="100" y="59"/>
                </a:lnTo>
                <a:lnTo>
                  <a:pt x="100" y="59"/>
                </a:lnTo>
                <a:lnTo>
                  <a:pt x="100" y="59"/>
                </a:lnTo>
                <a:lnTo>
                  <a:pt x="100" y="59"/>
                </a:lnTo>
                <a:lnTo>
                  <a:pt x="100" y="58"/>
                </a:lnTo>
                <a:lnTo>
                  <a:pt x="100" y="58"/>
                </a:lnTo>
                <a:lnTo>
                  <a:pt x="100" y="58"/>
                </a:lnTo>
                <a:lnTo>
                  <a:pt x="100" y="58"/>
                </a:lnTo>
                <a:lnTo>
                  <a:pt x="100" y="58"/>
                </a:lnTo>
                <a:lnTo>
                  <a:pt x="101" y="57"/>
                </a:lnTo>
                <a:lnTo>
                  <a:pt x="101" y="57"/>
                </a:lnTo>
                <a:lnTo>
                  <a:pt x="101" y="57"/>
                </a:lnTo>
                <a:lnTo>
                  <a:pt x="101" y="57"/>
                </a:lnTo>
                <a:lnTo>
                  <a:pt x="101" y="57"/>
                </a:lnTo>
                <a:lnTo>
                  <a:pt x="101" y="57"/>
                </a:lnTo>
                <a:lnTo>
                  <a:pt x="101" y="56"/>
                </a:lnTo>
                <a:lnTo>
                  <a:pt x="101" y="56"/>
                </a:lnTo>
                <a:lnTo>
                  <a:pt x="101" y="56"/>
                </a:lnTo>
                <a:lnTo>
                  <a:pt x="101" y="56"/>
                </a:lnTo>
                <a:lnTo>
                  <a:pt x="101" y="56"/>
                </a:lnTo>
                <a:lnTo>
                  <a:pt x="101" y="56"/>
                </a:lnTo>
                <a:lnTo>
                  <a:pt x="101" y="55"/>
                </a:lnTo>
                <a:lnTo>
                  <a:pt x="101" y="55"/>
                </a:lnTo>
                <a:lnTo>
                  <a:pt x="101" y="54"/>
                </a:lnTo>
                <a:lnTo>
                  <a:pt x="100" y="53"/>
                </a:lnTo>
                <a:lnTo>
                  <a:pt x="100" y="53"/>
                </a:lnTo>
                <a:lnTo>
                  <a:pt x="100" y="52"/>
                </a:lnTo>
                <a:lnTo>
                  <a:pt x="100" y="51"/>
                </a:lnTo>
                <a:lnTo>
                  <a:pt x="99" y="51"/>
                </a:lnTo>
                <a:lnTo>
                  <a:pt x="99" y="50"/>
                </a:lnTo>
                <a:lnTo>
                  <a:pt x="99" y="50"/>
                </a:lnTo>
                <a:lnTo>
                  <a:pt x="98" y="49"/>
                </a:lnTo>
                <a:lnTo>
                  <a:pt x="98" y="49"/>
                </a:lnTo>
                <a:lnTo>
                  <a:pt x="97" y="48"/>
                </a:lnTo>
                <a:lnTo>
                  <a:pt x="97" y="48"/>
                </a:lnTo>
                <a:lnTo>
                  <a:pt x="96" y="47"/>
                </a:lnTo>
                <a:lnTo>
                  <a:pt x="95" y="47"/>
                </a:lnTo>
                <a:lnTo>
                  <a:pt x="95" y="47"/>
                </a:lnTo>
                <a:lnTo>
                  <a:pt x="94" y="46"/>
                </a:lnTo>
                <a:lnTo>
                  <a:pt x="94" y="46"/>
                </a:lnTo>
                <a:lnTo>
                  <a:pt x="93" y="46"/>
                </a:lnTo>
                <a:lnTo>
                  <a:pt x="93" y="45"/>
                </a:lnTo>
                <a:lnTo>
                  <a:pt x="93" y="45"/>
                </a:lnTo>
                <a:lnTo>
                  <a:pt x="92" y="45"/>
                </a:lnTo>
                <a:lnTo>
                  <a:pt x="92" y="44"/>
                </a:lnTo>
                <a:lnTo>
                  <a:pt x="92" y="44"/>
                </a:lnTo>
                <a:lnTo>
                  <a:pt x="91" y="43"/>
                </a:lnTo>
                <a:lnTo>
                  <a:pt x="91" y="43"/>
                </a:lnTo>
                <a:lnTo>
                  <a:pt x="91" y="42"/>
                </a:lnTo>
                <a:lnTo>
                  <a:pt x="91" y="42"/>
                </a:lnTo>
                <a:lnTo>
                  <a:pt x="91" y="41"/>
                </a:lnTo>
                <a:lnTo>
                  <a:pt x="91" y="41"/>
                </a:lnTo>
                <a:lnTo>
                  <a:pt x="91" y="40"/>
                </a:lnTo>
                <a:lnTo>
                  <a:pt x="92" y="40"/>
                </a:lnTo>
                <a:lnTo>
                  <a:pt x="92" y="39"/>
                </a:lnTo>
                <a:lnTo>
                  <a:pt x="92" y="39"/>
                </a:lnTo>
                <a:lnTo>
                  <a:pt x="92" y="39"/>
                </a:lnTo>
                <a:lnTo>
                  <a:pt x="92" y="39"/>
                </a:lnTo>
                <a:lnTo>
                  <a:pt x="92" y="39"/>
                </a:lnTo>
                <a:lnTo>
                  <a:pt x="92" y="38"/>
                </a:lnTo>
                <a:lnTo>
                  <a:pt x="92" y="38"/>
                </a:lnTo>
                <a:lnTo>
                  <a:pt x="92" y="38"/>
                </a:lnTo>
                <a:lnTo>
                  <a:pt x="92" y="38"/>
                </a:lnTo>
                <a:lnTo>
                  <a:pt x="92" y="38"/>
                </a:lnTo>
                <a:lnTo>
                  <a:pt x="92" y="37"/>
                </a:lnTo>
                <a:lnTo>
                  <a:pt x="92" y="37"/>
                </a:lnTo>
                <a:lnTo>
                  <a:pt x="92" y="37"/>
                </a:lnTo>
                <a:lnTo>
                  <a:pt x="92" y="37"/>
                </a:lnTo>
                <a:lnTo>
                  <a:pt x="92" y="37"/>
                </a:lnTo>
                <a:lnTo>
                  <a:pt x="92" y="36"/>
                </a:lnTo>
                <a:lnTo>
                  <a:pt x="92" y="36"/>
                </a:lnTo>
                <a:lnTo>
                  <a:pt x="92" y="35"/>
                </a:lnTo>
                <a:lnTo>
                  <a:pt x="92" y="34"/>
                </a:lnTo>
                <a:lnTo>
                  <a:pt x="92" y="34"/>
                </a:lnTo>
                <a:lnTo>
                  <a:pt x="92" y="33"/>
                </a:lnTo>
                <a:lnTo>
                  <a:pt x="91" y="33"/>
                </a:lnTo>
                <a:lnTo>
                  <a:pt x="91" y="32"/>
                </a:lnTo>
                <a:lnTo>
                  <a:pt x="91" y="32"/>
                </a:lnTo>
                <a:lnTo>
                  <a:pt x="90" y="31"/>
                </a:lnTo>
                <a:lnTo>
                  <a:pt x="90" y="31"/>
                </a:lnTo>
                <a:lnTo>
                  <a:pt x="90" y="30"/>
                </a:lnTo>
                <a:lnTo>
                  <a:pt x="89" y="30"/>
                </a:lnTo>
                <a:lnTo>
                  <a:pt x="89" y="29"/>
                </a:lnTo>
                <a:lnTo>
                  <a:pt x="88" y="29"/>
                </a:lnTo>
                <a:lnTo>
                  <a:pt x="88" y="28"/>
                </a:lnTo>
                <a:lnTo>
                  <a:pt x="87" y="28"/>
                </a:lnTo>
                <a:lnTo>
                  <a:pt x="87" y="28"/>
                </a:lnTo>
                <a:lnTo>
                  <a:pt x="87" y="28"/>
                </a:lnTo>
                <a:lnTo>
                  <a:pt x="86" y="27"/>
                </a:lnTo>
                <a:lnTo>
                  <a:pt x="86" y="27"/>
                </a:lnTo>
                <a:lnTo>
                  <a:pt x="86" y="27"/>
                </a:lnTo>
                <a:lnTo>
                  <a:pt x="85" y="26"/>
                </a:lnTo>
                <a:lnTo>
                  <a:pt x="85" y="26"/>
                </a:lnTo>
                <a:lnTo>
                  <a:pt x="85" y="26"/>
                </a:lnTo>
                <a:lnTo>
                  <a:pt x="85" y="25"/>
                </a:lnTo>
                <a:lnTo>
                  <a:pt x="85" y="25"/>
                </a:lnTo>
                <a:lnTo>
                  <a:pt x="85" y="24"/>
                </a:lnTo>
                <a:lnTo>
                  <a:pt x="85" y="24"/>
                </a:lnTo>
                <a:lnTo>
                  <a:pt x="84" y="24"/>
                </a:lnTo>
                <a:lnTo>
                  <a:pt x="84" y="23"/>
                </a:lnTo>
                <a:lnTo>
                  <a:pt x="84" y="23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0"/>
                </a:lnTo>
                <a:lnTo>
                  <a:pt x="85" y="19"/>
                </a:lnTo>
                <a:lnTo>
                  <a:pt x="84" y="18"/>
                </a:lnTo>
                <a:lnTo>
                  <a:pt x="84" y="17"/>
                </a:lnTo>
                <a:lnTo>
                  <a:pt x="84" y="16"/>
                </a:lnTo>
                <a:lnTo>
                  <a:pt x="83" y="15"/>
                </a:lnTo>
                <a:lnTo>
                  <a:pt x="83" y="15"/>
                </a:lnTo>
                <a:lnTo>
                  <a:pt x="82" y="14"/>
                </a:lnTo>
                <a:lnTo>
                  <a:pt x="81" y="13"/>
                </a:lnTo>
                <a:lnTo>
                  <a:pt x="81" y="13"/>
                </a:lnTo>
                <a:lnTo>
                  <a:pt x="80" y="12"/>
                </a:lnTo>
                <a:lnTo>
                  <a:pt x="79" y="12"/>
                </a:lnTo>
                <a:lnTo>
                  <a:pt x="78" y="12"/>
                </a:lnTo>
                <a:lnTo>
                  <a:pt x="77" y="11"/>
                </a:lnTo>
                <a:lnTo>
                  <a:pt x="76" y="11"/>
                </a:lnTo>
                <a:lnTo>
                  <a:pt x="75" y="11"/>
                </a:lnTo>
                <a:lnTo>
                  <a:pt x="75" y="11"/>
                </a:lnTo>
                <a:lnTo>
                  <a:pt x="74" y="11"/>
                </a:lnTo>
                <a:lnTo>
                  <a:pt x="73" y="11"/>
                </a:lnTo>
                <a:lnTo>
                  <a:pt x="73" y="12"/>
                </a:lnTo>
                <a:lnTo>
                  <a:pt x="72" y="12"/>
                </a:lnTo>
                <a:lnTo>
                  <a:pt x="71" y="12"/>
                </a:lnTo>
                <a:lnTo>
                  <a:pt x="71" y="12"/>
                </a:lnTo>
                <a:lnTo>
                  <a:pt x="70" y="13"/>
                </a:lnTo>
                <a:lnTo>
                  <a:pt x="70" y="13"/>
                </a:lnTo>
                <a:lnTo>
                  <a:pt x="69" y="13"/>
                </a:lnTo>
                <a:lnTo>
                  <a:pt x="69" y="14"/>
                </a:lnTo>
                <a:lnTo>
                  <a:pt x="68" y="14"/>
                </a:lnTo>
                <a:lnTo>
                  <a:pt x="68" y="15"/>
                </a:lnTo>
                <a:lnTo>
                  <a:pt x="67" y="15"/>
                </a:lnTo>
                <a:lnTo>
                  <a:pt x="67" y="16"/>
                </a:lnTo>
                <a:lnTo>
                  <a:pt x="67" y="16"/>
                </a:lnTo>
                <a:lnTo>
                  <a:pt x="67" y="17"/>
                </a:lnTo>
                <a:lnTo>
                  <a:pt x="67" y="17"/>
                </a:lnTo>
                <a:lnTo>
                  <a:pt x="66" y="17"/>
                </a:lnTo>
                <a:lnTo>
                  <a:pt x="66" y="17"/>
                </a:lnTo>
                <a:lnTo>
                  <a:pt x="66" y="18"/>
                </a:lnTo>
                <a:lnTo>
                  <a:pt x="66" y="18"/>
                </a:lnTo>
                <a:lnTo>
                  <a:pt x="66" y="18"/>
                </a:lnTo>
                <a:lnTo>
                  <a:pt x="65" y="18"/>
                </a:lnTo>
                <a:lnTo>
                  <a:pt x="65" y="18"/>
                </a:lnTo>
                <a:lnTo>
                  <a:pt x="65" y="19"/>
                </a:lnTo>
                <a:lnTo>
                  <a:pt x="65" y="19"/>
                </a:lnTo>
                <a:lnTo>
                  <a:pt x="65" y="19"/>
                </a:lnTo>
                <a:lnTo>
                  <a:pt x="64" y="19"/>
                </a:lnTo>
                <a:lnTo>
                  <a:pt x="64" y="19"/>
                </a:lnTo>
                <a:lnTo>
                  <a:pt x="64" y="19"/>
                </a:lnTo>
                <a:lnTo>
                  <a:pt x="64" y="19"/>
                </a:lnTo>
                <a:lnTo>
                  <a:pt x="63" y="19"/>
                </a:lnTo>
                <a:lnTo>
                  <a:pt x="63" y="19"/>
                </a:lnTo>
                <a:lnTo>
                  <a:pt x="63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1" y="20"/>
                </a:lnTo>
                <a:lnTo>
                  <a:pt x="61" y="20"/>
                </a:lnTo>
                <a:lnTo>
                  <a:pt x="61" y="20"/>
                </a:lnTo>
                <a:lnTo>
                  <a:pt x="61" y="19"/>
                </a:lnTo>
                <a:lnTo>
                  <a:pt x="60" y="19"/>
                </a:lnTo>
                <a:lnTo>
                  <a:pt x="60" y="19"/>
                </a:lnTo>
                <a:lnTo>
                  <a:pt x="60" y="19"/>
                </a:lnTo>
                <a:lnTo>
                  <a:pt x="59" y="19"/>
                </a:lnTo>
                <a:lnTo>
                  <a:pt x="59" y="19"/>
                </a:lnTo>
                <a:lnTo>
                  <a:pt x="59" y="19"/>
                </a:lnTo>
                <a:lnTo>
                  <a:pt x="58" y="18"/>
                </a:lnTo>
                <a:lnTo>
                  <a:pt x="57" y="18"/>
                </a:lnTo>
                <a:lnTo>
                  <a:pt x="57" y="18"/>
                </a:lnTo>
                <a:lnTo>
                  <a:pt x="56" y="18"/>
                </a:lnTo>
                <a:lnTo>
                  <a:pt x="55" y="18"/>
                </a:lnTo>
                <a:lnTo>
                  <a:pt x="54" y="18"/>
                </a:lnTo>
                <a:lnTo>
                  <a:pt x="54" y="18"/>
                </a:lnTo>
                <a:lnTo>
                  <a:pt x="53" y="18"/>
                </a:lnTo>
                <a:lnTo>
                  <a:pt x="52" y="18"/>
                </a:lnTo>
                <a:lnTo>
                  <a:pt x="52" y="19"/>
                </a:lnTo>
                <a:lnTo>
                  <a:pt x="51" y="19"/>
                </a:lnTo>
                <a:lnTo>
                  <a:pt x="50" y="19"/>
                </a:lnTo>
                <a:lnTo>
                  <a:pt x="50" y="20"/>
                </a:lnTo>
                <a:lnTo>
                  <a:pt x="49" y="20"/>
                </a:lnTo>
                <a:lnTo>
                  <a:pt x="49" y="20"/>
                </a:lnTo>
                <a:lnTo>
                  <a:pt x="48" y="21"/>
                </a:lnTo>
                <a:lnTo>
                  <a:pt x="48" y="21"/>
                </a:lnTo>
                <a:lnTo>
                  <a:pt x="47" y="21"/>
                </a:lnTo>
                <a:lnTo>
                  <a:pt x="47" y="21"/>
                </a:lnTo>
                <a:lnTo>
                  <a:pt x="47" y="22"/>
                </a:lnTo>
                <a:lnTo>
                  <a:pt x="46" y="22"/>
                </a:lnTo>
                <a:lnTo>
                  <a:pt x="46" y="22"/>
                </a:lnTo>
                <a:lnTo>
                  <a:pt x="45" y="22"/>
                </a:lnTo>
                <a:lnTo>
                  <a:pt x="45" y="22"/>
                </a:lnTo>
                <a:lnTo>
                  <a:pt x="44" y="22"/>
                </a:lnTo>
                <a:lnTo>
                  <a:pt x="44" y="22"/>
                </a:lnTo>
                <a:lnTo>
                  <a:pt x="43" y="22"/>
                </a:lnTo>
                <a:lnTo>
                  <a:pt x="43" y="21"/>
                </a:lnTo>
                <a:lnTo>
                  <a:pt x="42" y="21"/>
                </a:lnTo>
                <a:lnTo>
                  <a:pt x="42" y="21"/>
                </a:lnTo>
                <a:lnTo>
                  <a:pt x="41" y="21"/>
                </a:lnTo>
                <a:lnTo>
                  <a:pt x="41" y="21"/>
                </a:lnTo>
                <a:lnTo>
                  <a:pt x="41" y="20"/>
                </a:lnTo>
                <a:lnTo>
                  <a:pt x="41" y="20"/>
                </a:lnTo>
                <a:lnTo>
                  <a:pt x="40" y="20"/>
                </a:lnTo>
                <a:lnTo>
                  <a:pt x="40" y="20"/>
                </a:lnTo>
                <a:lnTo>
                  <a:pt x="40" y="20"/>
                </a:lnTo>
                <a:lnTo>
                  <a:pt x="39" y="19"/>
                </a:lnTo>
                <a:lnTo>
                  <a:pt x="39" y="19"/>
                </a:lnTo>
                <a:lnTo>
                  <a:pt x="38" y="19"/>
                </a:lnTo>
                <a:lnTo>
                  <a:pt x="38" y="19"/>
                </a:lnTo>
                <a:lnTo>
                  <a:pt x="38" y="19"/>
                </a:lnTo>
                <a:lnTo>
                  <a:pt x="37" y="19"/>
                </a:lnTo>
                <a:lnTo>
                  <a:pt x="37" y="19"/>
                </a:lnTo>
                <a:lnTo>
                  <a:pt x="37" y="19"/>
                </a:lnTo>
                <a:lnTo>
                  <a:pt x="36" y="19"/>
                </a:lnTo>
                <a:lnTo>
                  <a:pt x="36" y="19"/>
                </a:lnTo>
                <a:lnTo>
                  <a:pt x="35" y="19"/>
                </a:lnTo>
                <a:lnTo>
                  <a:pt x="34" y="19"/>
                </a:lnTo>
                <a:lnTo>
                  <a:pt x="33" y="19"/>
                </a:lnTo>
                <a:lnTo>
                  <a:pt x="32" y="20"/>
                </a:lnTo>
                <a:lnTo>
                  <a:pt x="31" y="20"/>
                </a:lnTo>
                <a:lnTo>
                  <a:pt x="31" y="21"/>
                </a:lnTo>
                <a:lnTo>
                  <a:pt x="30" y="21"/>
                </a:lnTo>
                <a:lnTo>
                  <a:pt x="29" y="22"/>
                </a:lnTo>
                <a:lnTo>
                  <a:pt x="29" y="22"/>
                </a:lnTo>
                <a:lnTo>
                  <a:pt x="28" y="23"/>
                </a:lnTo>
                <a:lnTo>
                  <a:pt x="28" y="24"/>
                </a:lnTo>
                <a:lnTo>
                  <a:pt x="27" y="25"/>
                </a:lnTo>
                <a:lnTo>
                  <a:pt x="27" y="26"/>
                </a:lnTo>
                <a:lnTo>
                  <a:pt x="27" y="26"/>
                </a:lnTo>
                <a:lnTo>
                  <a:pt x="26" y="27"/>
                </a:lnTo>
                <a:lnTo>
                  <a:pt x="26" y="28"/>
                </a:lnTo>
                <a:lnTo>
                  <a:pt x="26" y="28"/>
                </a:lnTo>
                <a:lnTo>
                  <a:pt x="26" y="28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7" y="30"/>
                </a:lnTo>
                <a:lnTo>
                  <a:pt x="27" y="30"/>
                </a:lnTo>
                <a:lnTo>
                  <a:pt x="27" y="30"/>
                </a:lnTo>
                <a:lnTo>
                  <a:pt x="27" y="31"/>
                </a:lnTo>
                <a:lnTo>
                  <a:pt x="26" y="31"/>
                </a:lnTo>
                <a:lnTo>
                  <a:pt x="26" y="31"/>
                </a:lnTo>
                <a:lnTo>
                  <a:pt x="26" y="31"/>
                </a:lnTo>
                <a:lnTo>
                  <a:pt x="26" y="32"/>
                </a:lnTo>
                <a:lnTo>
                  <a:pt x="26" y="32"/>
                </a:lnTo>
                <a:lnTo>
                  <a:pt x="26" y="32"/>
                </a:lnTo>
                <a:lnTo>
                  <a:pt x="26" y="32"/>
                </a:lnTo>
                <a:lnTo>
                  <a:pt x="26" y="33"/>
                </a:lnTo>
                <a:lnTo>
                  <a:pt x="26" y="33"/>
                </a:lnTo>
                <a:lnTo>
                  <a:pt x="26" y="33"/>
                </a:lnTo>
                <a:lnTo>
                  <a:pt x="25" y="33"/>
                </a:lnTo>
                <a:lnTo>
                  <a:pt x="25" y="34"/>
                </a:lnTo>
                <a:lnTo>
                  <a:pt x="25" y="34"/>
                </a:lnTo>
                <a:lnTo>
                  <a:pt x="25" y="34"/>
                </a:lnTo>
                <a:lnTo>
                  <a:pt x="25" y="34"/>
                </a:lnTo>
                <a:lnTo>
                  <a:pt x="25" y="34"/>
                </a:lnTo>
                <a:lnTo>
                  <a:pt x="24" y="34"/>
                </a:lnTo>
                <a:lnTo>
                  <a:pt x="24" y="35"/>
                </a:lnTo>
                <a:lnTo>
                  <a:pt x="24" y="35"/>
                </a:lnTo>
                <a:lnTo>
                  <a:pt x="24" y="35"/>
                </a:lnTo>
                <a:lnTo>
                  <a:pt x="23" y="35"/>
                </a:lnTo>
                <a:lnTo>
                  <a:pt x="23" y="35"/>
                </a:lnTo>
                <a:lnTo>
                  <a:pt x="23" y="35"/>
                </a:lnTo>
                <a:lnTo>
                  <a:pt x="23" y="35"/>
                </a:lnTo>
                <a:lnTo>
                  <a:pt x="22" y="35"/>
                </a:lnTo>
                <a:lnTo>
                  <a:pt x="22" y="35"/>
                </a:lnTo>
                <a:lnTo>
                  <a:pt x="22" y="36"/>
                </a:lnTo>
                <a:lnTo>
                  <a:pt x="22" y="36"/>
                </a:lnTo>
                <a:lnTo>
                  <a:pt x="21" y="36"/>
                </a:lnTo>
                <a:lnTo>
                  <a:pt x="20" y="36"/>
                </a:lnTo>
                <a:lnTo>
                  <a:pt x="19" y="36"/>
                </a:lnTo>
                <a:lnTo>
                  <a:pt x="18" y="37"/>
                </a:lnTo>
                <a:lnTo>
                  <a:pt x="17" y="37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5" y="39"/>
                </a:lnTo>
                <a:lnTo>
                  <a:pt x="15" y="40"/>
                </a:lnTo>
                <a:lnTo>
                  <a:pt x="14" y="41"/>
                </a:lnTo>
                <a:lnTo>
                  <a:pt x="14" y="42"/>
                </a:lnTo>
                <a:lnTo>
                  <a:pt x="14" y="42"/>
                </a:lnTo>
                <a:lnTo>
                  <a:pt x="13" y="43"/>
                </a:lnTo>
                <a:lnTo>
                  <a:pt x="13" y="44"/>
                </a:lnTo>
                <a:lnTo>
                  <a:pt x="13" y="45"/>
                </a:lnTo>
                <a:lnTo>
                  <a:pt x="13" y="45"/>
                </a:lnTo>
                <a:lnTo>
                  <a:pt x="13" y="46"/>
                </a:lnTo>
                <a:lnTo>
                  <a:pt x="13" y="46"/>
                </a:lnTo>
                <a:lnTo>
                  <a:pt x="13" y="46"/>
                </a:lnTo>
                <a:lnTo>
                  <a:pt x="13" y="46"/>
                </a:lnTo>
                <a:lnTo>
                  <a:pt x="13" y="47"/>
                </a:lnTo>
                <a:lnTo>
                  <a:pt x="13" y="47"/>
                </a:lnTo>
                <a:lnTo>
                  <a:pt x="13" y="47"/>
                </a:lnTo>
                <a:lnTo>
                  <a:pt x="14" y="48"/>
                </a:lnTo>
                <a:lnTo>
                  <a:pt x="14" y="48"/>
                </a:lnTo>
                <a:lnTo>
                  <a:pt x="14" y="48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4" y="49"/>
                </a:lnTo>
                <a:lnTo>
                  <a:pt x="14" y="49"/>
                </a:lnTo>
                <a:lnTo>
                  <a:pt x="14" y="50"/>
                </a:lnTo>
                <a:lnTo>
                  <a:pt x="15" y="50"/>
                </a:lnTo>
                <a:lnTo>
                  <a:pt x="15" y="51"/>
                </a:lnTo>
                <a:lnTo>
                  <a:pt x="15" y="51"/>
                </a:lnTo>
                <a:lnTo>
                  <a:pt x="15" y="51"/>
                </a:lnTo>
                <a:lnTo>
                  <a:pt x="15" y="52"/>
                </a:lnTo>
                <a:lnTo>
                  <a:pt x="15" y="52"/>
                </a:lnTo>
                <a:lnTo>
                  <a:pt x="15" y="53"/>
                </a:lnTo>
                <a:lnTo>
                  <a:pt x="15" y="53"/>
                </a:lnTo>
                <a:lnTo>
                  <a:pt x="15" y="53"/>
                </a:lnTo>
                <a:lnTo>
                  <a:pt x="15" y="54"/>
                </a:lnTo>
                <a:lnTo>
                  <a:pt x="15" y="54"/>
                </a:lnTo>
                <a:lnTo>
                  <a:pt x="14" y="54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3" y="56"/>
                </a:lnTo>
                <a:lnTo>
                  <a:pt x="13" y="56"/>
                </a:lnTo>
                <a:lnTo>
                  <a:pt x="13" y="57"/>
                </a:lnTo>
                <a:lnTo>
                  <a:pt x="13" y="57"/>
                </a:lnTo>
                <a:lnTo>
                  <a:pt x="12" y="58"/>
                </a:lnTo>
                <a:lnTo>
                  <a:pt x="12" y="58"/>
                </a:lnTo>
                <a:lnTo>
                  <a:pt x="12" y="59"/>
                </a:lnTo>
                <a:lnTo>
                  <a:pt x="12" y="59"/>
                </a:lnTo>
                <a:lnTo>
                  <a:pt x="12" y="60"/>
                </a:lnTo>
                <a:lnTo>
                  <a:pt x="12" y="60"/>
                </a:lnTo>
                <a:lnTo>
                  <a:pt x="11" y="61"/>
                </a:lnTo>
                <a:lnTo>
                  <a:pt x="11" y="61"/>
                </a:lnTo>
                <a:lnTo>
                  <a:pt x="11" y="62"/>
                </a:lnTo>
                <a:lnTo>
                  <a:pt x="11" y="62"/>
                </a:lnTo>
                <a:lnTo>
                  <a:pt x="11" y="63"/>
                </a:lnTo>
                <a:lnTo>
                  <a:pt x="11" y="63"/>
                </a:lnTo>
                <a:lnTo>
                  <a:pt x="11" y="64"/>
                </a:lnTo>
                <a:lnTo>
                  <a:pt x="11" y="66"/>
                </a:lnTo>
                <a:lnTo>
                  <a:pt x="12" y="67"/>
                </a:lnTo>
                <a:lnTo>
                  <a:pt x="12" y="68"/>
                </a:lnTo>
                <a:lnTo>
                  <a:pt x="13" y="69"/>
                </a:lnTo>
                <a:lnTo>
                  <a:pt x="13" y="70"/>
                </a:lnTo>
                <a:lnTo>
                  <a:pt x="14" y="71"/>
                </a:lnTo>
                <a:lnTo>
                  <a:pt x="15" y="72"/>
                </a:lnTo>
                <a:lnTo>
                  <a:pt x="16" y="73"/>
                </a:lnTo>
                <a:lnTo>
                  <a:pt x="17" y="73"/>
                </a:lnTo>
                <a:lnTo>
                  <a:pt x="18" y="74"/>
                </a:lnTo>
                <a:lnTo>
                  <a:pt x="19" y="74"/>
                </a:lnTo>
                <a:lnTo>
                  <a:pt x="20" y="75"/>
                </a:lnTo>
                <a:lnTo>
                  <a:pt x="21" y="75"/>
                </a:lnTo>
                <a:lnTo>
                  <a:pt x="22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5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6"/>
                </a:lnTo>
                <a:lnTo>
                  <a:pt x="27" y="76"/>
                </a:lnTo>
                <a:lnTo>
                  <a:pt x="28" y="76"/>
                </a:lnTo>
                <a:lnTo>
                  <a:pt x="28" y="76"/>
                </a:lnTo>
                <a:lnTo>
                  <a:pt x="29" y="77"/>
                </a:lnTo>
                <a:lnTo>
                  <a:pt x="29" y="77"/>
                </a:lnTo>
                <a:lnTo>
                  <a:pt x="29" y="77"/>
                </a:lnTo>
                <a:lnTo>
                  <a:pt x="30" y="78"/>
                </a:lnTo>
                <a:lnTo>
                  <a:pt x="30" y="78"/>
                </a:lnTo>
                <a:lnTo>
                  <a:pt x="30" y="78"/>
                </a:lnTo>
                <a:lnTo>
                  <a:pt x="31" y="79"/>
                </a:lnTo>
                <a:lnTo>
                  <a:pt x="31" y="79"/>
                </a:lnTo>
                <a:lnTo>
                  <a:pt x="31" y="80"/>
                </a:lnTo>
                <a:lnTo>
                  <a:pt x="31" y="81"/>
                </a:lnTo>
                <a:lnTo>
                  <a:pt x="31" y="82"/>
                </a:lnTo>
                <a:lnTo>
                  <a:pt x="32" y="83"/>
                </a:lnTo>
                <a:lnTo>
                  <a:pt x="32" y="84"/>
                </a:lnTo>
                <a:lnTo>
                  <a:pt x="33" y="85"/>
                </a:lnTo>
                <a:lnTo>
                  <a:pt x="34" y="86"/>
                </a:lnTo>
                <a:lnTo>
                  <a:pt x="34" y="87"/>
                </a:lnTo>
                <a:lnTo>
                  <a:pt x="35" y="87"/>
                </a:lnTo>
                <a:lnTo>
                  <a:pt x="36" y="88"/>
                </a:lnTo>
                <a:lnTo>
                  <a:pt x="37" y="89"/>
                </a:lnTo>
                <a:lnTo>
                  <a:pt x="38" y="89"/>
                </a:lnTo>
                <a:lnTo>
                  <a:pt x="39" y="89"/>
                </a:lnTo>
                <a:lnTo>
                  <a:pt x="40" y="90"/>
                </a:lnTo>
                <a:lnTo>
                  <a:pt x="41" y="90"/>
                </a:lnTo>
                <a:lnTo>
                  <a:pt x="42" y="90"/>
                </a:lnTo>
                <a:lnTo>
                  <a:pt x="43" y="90"/>
                </a:lnTo>
                <a:lnTo>
                  <a:pt x="43" y="90"/>
                </a:lnTo>
                <a:lnTo>
                  <a:pt x="44" y="90"/>
                </a:lnTo>
                <a:lnTo>
                  <a:pt x="44" y="90"/>
                </a:lnTo>
                <a:lnTo>
                  <a:pt x="44" y="90"/>
                </a:lnTo>
                <a:lnTo>
                  <a:pt x="44" y="90"/>
                </a:lnTo>
                <a:lnTo>
                  <a:pt x="45" y="90"/>
                </a:lnTo>
                <a:lnTo>
                  <a:pt x="45" y="90"/>
                </a:lnTo>
                <a:lnTo>
                  <a:pt x="45" y="90"/>
                </a:lnTo>
                <a:lnTo>
                  <a:pt x="45" y="90"/>
                </a:lnTo>
                <a:lnTo>
                  <a:pt x="46" y="90"/>
                </a:lnTo>
                <a:lnTo>
                  <a:pt x="46" y="90"/>
                </a:lnTo>
                <a:lnTo>
                  <a:pt x="46" y="90"/>
                </a:lnTo>
                <a:lnTo>
                  <a:pt x="47" y="90"/>
                </a:lnTo>
                <a:lnTo>
                  <a:pt x="47" y="90"/>
                </a:lnTo>
                <a:lnTo>
                  <a:pt x="47" y="90"/>
                </a:lnTo>
                <a:lnTo>
                  <a:pt x="47" y="89"/>
                </a:lnTo>
                <a:lnTo>
                  <a:pt x="48" y="89"/>
                </a:lnTo>
                <a:lnTo>
                  <a:pt x="48" y="89"/>
                </a:lnTo>
                <a:lnTo>
                  <a:pt x="48" y="89"/>
                </a:lnTo>
                <a:lnTo>
                  <a:pt x="48" y="89"/>
                </a:lnTo>
                <a:lnTo>
                  <a:pt x="49" y="89"/>
                </a:lnTo>
                <a:lnTo>
                  <a:pt x="49" y="89"/>
                </a:lnTo>
                <a:lnTo>
                  <a:pt x="49" y="89"/>
                </a:lnTo>
                <a:lnTo>
                  <a:pt x="50" y="89"/>
                </a:lnTo>
                <a:lnTo>
                  <a:pt x="50" y="89"/>
                </a:lnTo>
                <a:lnTo>
                  <a:pt x="50" y="89"/>
                </a:lnTo>
                <a:lnTo>
                  <a:pt x="51" y="89"/>
                </a:lnTo>
                <a:lnTo>
                  <a:pt x="51" y="89"/>
                </a:lnTo>
                <a:lnTo>
                  <a:pt x="51" y="89"/>
                </a:lnTo>
                <a:lnTo>
                  <a:pt x="51" y="90"/>
                </a:lnTo>
                <a:lnTo>
                  <a:pt x="52" y="90"/>
                </a:lnTo>
                <a:lnTo>
                  <a:pt x="52" y="90"/>
                </a:lnTo>
                <a:lnTo>
                  <a:pt x="52" y="90"/>
                </a:lnTo>
                <a:lnTo>
                  <a:pt x="52" y="90"/>
                </a:lnTo>
                <a:lnTo>
                  <a:pt x="53" y="90"/>
                </a:lnTo>
                <a:lnTo>
                  <a:pt x="53" y="90"/>
                </a:lnTo>
                <a:lnTo>
                  <a:pt x="53" y="91"/>
                </a:lnTo>
                <a:lnTo>
                  <a:pt x="53" y="91"/>
                </a:lnTo>
                <a:lnTo>
                  <a:pt x="53" y="91"/>
                </a:lnTo>
                <a:lnTo>
                  <a:pt x="54" y="91"/>
                </a:lnTo>
                <a:lnTo>
                  <a:pt x="54" y="92"/>
                </a:lnTo>
                <a:lnTo>
                  <a:pt x="54" y="92"/>
                </a:lnTo>
                <a:lnTo>
                  <a:pt x="54" y="92"/>
                </a:lnTo>
                <a:lnTo>
                  <a:pt x="54" y="92"/>
                </a:lnTo>
                <a:lnTo>
                  <a:pt x="54" y="93"/>
                </a:lnTo>
                <a:lnTo>
                  <a:pt x="55" y="93"/>
                </a:lnTo>
                <a:lnTo>
                  <a:pt x="55" y="93"/>
                </a:lnTo>
                <a:lnTo>
                  <a:pt x="55" y="93"/>
                </a:lnTo>
                <a:lnTo>
                  <a:pt x="55" y="94"/>
                </a:lnTo>
                <a:lnTo>
                  <a:pt x="55" y="95"/>
                </a:lnTo>
                <a:lnTo>
                  <a:pt x="56" y="96"/>
                </a:lnTo>
                <a:lnTo>
                  <a:pt x="56" y="97"/>
                </a:lnTo>
                <a:lnTo>
                  <a:pt x="57" y="98"/>
                </a:lnTo>
                <a:lnTo>
                  <a:pt x="58" y="99"/>
                </a:lnTo>
                <a:lnTo>
                  <a:pt x="58" y="100"/>
                </a:lnTo>
                <a:lnTo>
                  <a:pt x="59" y="100"/>
                </a:lnTo>
                <a:lnTo>
                  <a:pt x="60" y="101"/>
                </a:lnTo>
                <a:lnTo>
                  <a:pt x="61" y="102"/>
                </a:lnTo>
                <a:lnTo>
                  <a:pt x="62" y="102"/>
                </a:lnTo>
                <a:lnTo>
                  <a:pt x="63" y="102"/>
                </a:lnTo>
                <a:lnTo>
                  <a:pt x="64" y="103"/>
                </a:lnTo>
                <a:lnTo>
                  <a:pt x="65" y="103"/>
                </a:lnTo>
                <a:lnTo>
                  <a:pt x="66" y="103"/>
                </a:lnTo>
                <a:lnTo>
                  <a:pt x="67" y="103"/>
                </a:lnTo>
                <a:lnTo>
                  <a:pt x="67" y="103"/>
                </a:lnTo>
                <a:lnTo>
                  <a:pt x="68" y="103"/>
                </a:lnTo>
                <a:lnTo>
                  <a:pt x="68" y="103"/>
                </a:lnTo>
                <a:lnTo>
                  <a:pt x="69" y="103"/>
                </a:lnTo>
                <a:lnTo>
                  <a:pt x="70" y="103"/>
                </a:lnTo>
                <a:lnTo>
                  <a:pt x="70" y="103"/>
                </a:lnTo>
                <a:lnTo>
                  <a:pt x="71" y="102"/>
                </a:lnTo>
                <a:lnTo>
                  <a:pt x="71" y="102"/>
                </a:lnTo>
                <a:lnTo>
                  <a:pt x="72" y="102"/>
                </a:lnTo>
                <a:lnTo>
                  <a:pt x="72" y="102"/>
                </a:lnTo>
                <a:lnTo>
                  <a:pt x="73" y="102"/>
                </a:lnTo>
                <a:lnTo>
                  <a:pt x="73" y="101"/>
                </a:lnTo>
                <a:lnTo>
                  <a:pt x="74" y="101"/>
                </a:lnTo>
                <a:lnTo>
                  <a:pt x="74" y="101"/>
                </a:lnTo>
                <a:lnTo>
                  <a:pt x="75" y="100"/>
                </a:lnTo>
                <a:lnTo>
                  <a:pt x="75" y="100"/>
                </a:lnTo>
                <a:lnTo>
                  <a:pt x="75" y="100"/>
                </a:lnTo>
                <a:lnTo>
                  <a:pt x="76" y="99"/>
                </a:lnTo>
                <a:lnTo>
                  <a:pt x="76" y="99"/>
                </a:lnTo>
                <a:lnTo>
                  <a:pt x="76" y="99"/>
                </a:lnTo>
                <a:lnTo>
                  <a:pt x="76" y="99"/>
                </a:lnTo>
                <a:lnTo>
                  <a:pt x="76" y="99"/>
                </a:lnTo>
                <a:lnTo>
                  <a:pt x="77" y="99"/>
                </a:lnTo>
                <a:lnTo>
                  <a:pt x="77" y="99"/>
                </a:lnTo>
                <a:lnTo>
                  <a:pt x="77" y="99"/>
                </a:lnTo>
                <a:lnTo>
                  <a:pt x="77" y="99"/>
                </a:lnTo>
                <a:lnTo>
                  <a:pt x="78" y="98"/>
                </a:lnTo>
                <a:lnTo>
                  <a:pt x="78" y="98"/>
                </a:lnTo>
                <a:lnTo>
                  <a:pt x="78" y="98"/>
                </a:lnTo>
                <a:lnTo>
                  <a:pt x="78" y="98"/>
                </a:lnTo>
                <a:lnTo>
                  <a:pt x="79" y="98"/>
                </a:lnTo>
                <a:lnTo>
                  <a:pt x="79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5" name="Freeform 1025"/>
          <p:cNvSpPr/>
          <p:nvPr/>
        </p:nvSpPr>
        <p:spPr>
          <a:xfrm>
            <a:off x="9748466" y="3981450"/>
            <a:ext cx="389468" cy="400050"/>
          </a:xfrm>
          <a:custGeom>
            <a:avLst/>
            <a:gdLst/>
            <a:ahLst/>
            <a:cxnLst/>
            <a:rect l="l" t="t" r="r" b="b"/>
            <a:pathLst>
              <a:path w="409" h="420">
                <a:moveTo>
                  <a:pt x="292" y="100"/>
                </a:moveTo>
                <a:lnTo>
                  <a:pt x="352" y="100"/>
                </a:lnTo>
                <a:lnTo>
                  <a:pt x="352" y="232"/>
                </a:lnTo>
                <a:lnTo>
                  <a:pt x="350" y="231"/>
                </a:lnTo>
                <a:lnTo>
                  <a:pt x="348" y="231"/>
                </a:lnTo>
                <a:lnTo>
                  <a:pt x="347" y="230"/>
                </a:lnTo>
                <a:lnTo>
                  <a:pt x="345" y="230"/>
                </a:lnTo>
                <a:lnTo>
                  <a:pt x="343" y="230"/>
                </a:lnTo>
                <a:lnTo>
                  <a:pt x="341" y="229"/>
                </a:lnTo>
                <a:lnTo>
                  <a:pt x="339" y="229"/>
                </a:lnTo>
                <a:lnTo>
                  <a:pt x="337" y="228"/>
                </a:lnTo>
                <a:lnTo>
                  <a:pt x="335" y="228"/>
                </a:lnTo>
                <a:lnTo>
                  <a:pt x="333" y="228"/>
                </a:lnTo>
                <a:lnTo>
                  <a:pt x="331" y="228"/>
                </a:lnTo>
                <a:lnTo>
                  <a:pt x="329" y="228"/>
                </a:lnTo>
                <a:lnTo>
                  <a:pt x="327" y="227"/>
                </a:lnTo>
                <a:lnTo>
                  <a:pt x="325" y="227"/>
                </a:lnTo>
                <a:lnTo>
                  <a:pt x="323" y="227"/>
                </a:lnTo>
                <a:lnTo>
                  <a:pt x="321" y="227"/>
                </a:lnTo>
                <a:lnTo>
                  <a:pt x="320" y="227"/>
                </a:lnTo>
                <a:lnTo>
                  <a:pt x="318" y="227"/>
                </a:lnTo>
                <a:lnTo>
                  <a:pt x="316" y="227"/>
                </a:lnTo>
                <a:lnTo>
                  <a:pt x="314" y="228"/>
                </a:lnTo>
                <a:lnTo>
                  <a:pt x="312" y="228"/>
                </a:lnTo>
                <a:lnTo>
                  <a:pt x="310" y="228"/>
                </a:lnTo>
                <a:lnTo>
                  <a:pt x="308" y="228"/>
                </a:lnTo>
                <a:lnTo>
                  <a:pt x="306" y="228"/>
                </a:lnTo>
                <a:lnTo>
                  <a:pt x="305" y="229"/>
                </a:lnTo>
                <a:lnTo>
                  <a:pt x="303" y="229"/>
                </a:lnTo>
                <a:lnTo>
                  <a:pt x="301" y="229"/>
                </a:lnTo>
                <a:lnTo>
                  <a:pt x="299" y="230"/>
                </a:lnTo>
                <a:lnTo>
                  <a:pt x="297" y="230"/>
                </a:lnTo>
                <a:lnTo>
                  <a:pt x="296" y="231"/>
                </a:lnTo>
                <a:lnTo>
                  <a:pt x="294" y="231"/>
                </a:lnTo>
                <a:lnTo>
                  <a:pt x="292" y="232"/>
                </a:lnTo>
                <a:close/>
                <a:moveTo>
                  <a:pt x="255" y="251"/>
                </a:moveTo>
                <a:lnTo>
                  <a:pt x="255" y="148"/>
                </a:lnTo>
                <a:lnTo>
                  <a:pt x="195" y="148"/>
                </a:lnTo>
                <a:lnTo>
                  <a:pt x="195" y="362"/>
                </a:lnTo>
                <a:lnTo>
                  <a:pt x="220" y="362"/>
                </a:lnTo>
                <a:lnTo>
                  <a:pt x="220" y="360"/>
                </a:lnTo>
                <a:lnTo>
                  <a:pt x="219" y="358"/>
                </a:lnTo>
                <a:lnTo>
                  <a:pt x="219" y="357"/>
                </a:lnTo>
                <a:lnTo>
                  <a:pt x="219" y="355"/>
                </a:lnTo>
                <a:lnTo>
                  <a:pt x="218" y="353"/>
                </a:lnTo>
                <a:lnTo>
                  <a:pt x="218" y="351"/>
                </a:lnTo>
                <a:lnTo>
                  <a:pt x="218" y="349"/>
                </a:lnTo>
                <a:lnTo>
                  <a:pt x="217" y="348"/>
                </a:lnTo>
                <a:lnTo>
                  <a:pt x="217" y="346"/>
                </a:lnTo>
                <a:lnTo>
                  <a:pt x="217" y="344"/>
                </a:lnTo>
                <a:lnTo>
                  <a:pt x="217" y="342"/>
                </a:lnTo>
                <a:lnTo>
                  <a:pt x="217" y="340"/>
                </a:lnTo>
                <a:lnTo>
                  <a:pt x="216" y="338"/>
                </a:lnTo>
                <a:lnTo>
                  <a:pt x="216" y="336"/>
                </a:lnTo>
                <a:lnTo>
                  <a:pt x="216" y="334"/>
                </a:lnTo>
                <a:lnTo>
                  <a:pt x="216" y="333"/>
                </a:lnTo>
                <a:lnTo>
                  <a:pt x="216" y="326"/>
                </a:lnTo>
                <a:lnTo>
                  <a:pt x="217" y="320"/>
                </a:lnTo>
                <a:lnTo>
                  <a:pt x="218" y="314"/>
                </a:lnTo>
                <a:lnTo>
                  <a:pt x="219" y="309"/>
                </a:lnTo>
                <a:lnTo>
                  <a:pt x="220" y="303"/>
                </a:lnTo>
                <a:lnTo>
                  <a:pt x="222" y="297"/>
                </a:lnTo>
                <a:lnTo>
                  <a:pt x="224" y="292"/>
                </a:lnTo>
                <a:lnTo>
                  <a:pt x="227" y="287"/>
                </a:lnTo>
                <a:lnTo>
                  <a:pt x="229" y="282"/>
                </a:lnTo>
                <a:lnTo>
                  <a:pt x="232" y="277"/>
                </a:lnTo>
                <a:lnTo>
                  <a:pt x="235" y="272"/>
                </a:lnTo>
                <a:lnTo>
                  <a:pt x="239" y="267"/>
                </a:lnTo>
                <a:lnTo>
                  <a:pt x="242" y="263"/>
                </a:lnTo>
                <a:lnTo>
                  <a:pt x="246" y="259"/>
                </a:lnTo>
                <a:lnTo>
                  <a:pt x="250" y="255"/>
                </a:lnTo>
                <a:lnTo>
                  <a:pt x="255" y="251"/>
                </a:lnTo>
                <a:close/>
                <a:moveTo>
                  <a:pt x="97" y="362"/>
                </a:moveTo>
                <a:lnTo>
                  <a:pt x="157" y="362"/>
                </a:lnTo>
                <a:lnTo>
                  <a:pt x="157" y="195"/>
                </a:lnTo>
                <a:lnTo>
                  <a:pt x="97" y="195"/>
                </a:lnTo>
                <a:close/>
                <a:moveTo>
                  <a:pt x="0" y="362"/>
                </a:moveTo>
                <a:lnTo>
                  <a:pt x="60" y="362"/>
                </a:lnTo>
                <a:lnTo>
                  <a:pt x="60" y="243"/>
                </a:lnTo>
                <a:lnTo>
                  <a:pt x="0" y="243"/>
                </a:lnTo>
                <a:close/>
                <a:moveTo>
                  <a:pt x="409" y="333"/>
                </a:moveTo>
                <a:lnTo>
                  <a:pt x="408" y="341"/>
                </a:lnTo>
                <a:lnTo>
                  <a:pt x="407" y="350"/>
                </a:lnTo>
                <a:lnTo>
                  <a:pt x="405" y="359"/>
                </a:lnTo>
                <a:lnTo>
                  <a:pt x="402" y="367"/>
                </a:lnTo>
                <a:lnTo>
                  <a:pt x="398" y="374"/>
                </a:lnTo>
                <a:lnTo>
                  <a:pt x="394" y="381"/>
                </a:lnTo>
                <a:lnTo>
                  <a:pt x="389" y="388"/>
                </a:lnTo>
                <a:lnTo>
                  <a:pt x="383" y="394"/>
                </a:lnTo>
                <a:lnTo>
                  <a:pt x="377" y="400"/>
                </a:lnTo>
                <a:lnTo>
                  <a:pt x="370" y="405"/>
                </a:lnTo>
                <a:lnTo>
                  <a:pt x="363" y="409"/>
                </a:lnTo>
                <a:lnTo>
                  <a:pt x="355" y="413"/>
                </a:lnTo>
                <a:lnTo>
                  <a:pt x="347" y="416"/>
                </a:lnTo>
                <a:lnTo>
                  <a:pt x="339" y="418"/>
                </a:lnTo>
                <a:lnTo>
                  <a:pt x="330" y="420"/>
                </a:lnTo>
                <a:lnTo>
                  <a:pt x="321" y="420"/>
                </a:lnTo>
                <a:lnTo>
                  <a:pt x="313" y="420"/>
                </a:lnTo>
                <a:lnTo>
                  <a:pt x="304" y="418"/>
                </a:lnTo>
                <a:lnTo>
                  <a:pt x="295" y="416"/>
                </a:lnTo>
                <a:lnTo>
                  <a:pt x="287" y="413"/>
                </a:lnTo>
                <a:lnTo>
                  <a:pt x="280" y="409"/>
                </a:lnTo>
                <a:lnTo>
                  <a:pt x="273" y="405"/>
                </a:lnTo>
                <a:lnTo>
                  <a:pt x="266" y="400"/>
                </a:lnTo>
                <a:lnTo>
                  <a:pt x="260" y="394"/>
                </a:lnTo>
                <a:lnTo>
                  <a:pt x="254" y="388"/>
                </a:lnTo>
                <a:lnTo>
                  <a:pt x="249" y="381"/>
                </a:lnTo>
                <a:lnTo>
                  <a:pt x="245" y="374"/>
                </a:lnTo>
                <a:lnTo>
                  <a:pt x="241" y="367"/>
                </a:lnTo>
                <a:lnTo>
                  <a:pt x="238" y="359"/>
                </a:lnTo>
                <a:lnTo>
                  <a:pt x="236" y="350"/>
                </a:lnTo>
                <a:lnTo>
                  <a:pt x="234" y="341"/>
                </a:lnTo>
                <a:lnTo>
                  <a:pt x="234" y="333"/>
                </a:lnTo>
                <a:lnTo>
                  <a:pt x="234" y="324"/>
                </a:lnTo>
                <a:lnTo>
                  <a:pt x="236" y="315"/>
                </a:lnTo>
                <a:lnTo>
                  <a:pt x="238" y="307"/>
                </a:lnTo>
                <a:lnTo>
                  <a:pt x="241" y="299"/>
                </a:lnTo>
                <a:lnTo>
                  <a:pt x="245" y="291"/>
                </a:lnTo>
                <a:lnTo>
                  <a:pt x="249" y="284"/>
                </a:lnTo>
                <a:lnTo>
                  <a:pt x="254" y="277"/>
                </a:lnTo>
                <a:lnTo>
                  <a:pt x="260" y="271"/>
                </a:lnTo>
                <a:lnTo>
                  <a:pt x="266" y="265"/>
                </a:lnTo>
                <a:lnTo>
                  <a:pt x="273" y="260"/>
                </a:lnTo>
                <a:lnTo>
                  <a:pt x="280" y="256"/>
                </a:lnTo>
                <a:lnTo>
                  <a:pt x="287" y="252"/>
                </a:lnTo>
                <a:lnTo>
                  <a:pt x="295" y="249"/>
                </a:lnTo>
                <a:lnTo>
                  <a:pt x="304" y="247"/>
                </a:lnTo>
                <a:lnTo>
                  <a:pt x="313" y="246"/>
                </a:lnTo>
                <a:lnTo>
                  <a:pt x="321" y="245"/>
                </a:lnTo>
                <a:lnTo>
                  <a:pt x="330" y="246"/>
                </a:lnTo>
                <a:lnTo>
                  <a:pt x="339" y="247"/>
                </a:lnTo>
                <a:lnTo>
                  <a:pt x="347" y="249"/>
                </a:lnTo>
                <a:lnTo>
                  <a:pt x="356" y="252"/>
                </a:lnTo>
                <a:lnTo>
                  <a:pt x="363" y="256"/>
                </a:lnTo>
                <a:lnTo>
                  <a:pt x="370" y="260"/>
                </a:lnTo>
                <a:lnTo>
                  <a:pt x="377" y="265"/>
                </a:lnTo>
                <a:lnTo>
                  <a:pt x="383" y="271"/>
                </a:lnTo>
                <a:lnTo>
                  <a:pt x="389" y="277"/>
                </a:lnTo>
                <a:lnTo>
                  <a:pt x="394" y="284"/>
                </a:lnTo>
                <a:lnTo>
                  <a:pt x="398" y="291"/>
                </a:lnTo>
                <a:lnTo>
                  <a:pt x="402" y="299"/>
                </a:lnTo>
                <a:lnTo>
                  <a:pt x="405" y="307"/>
                </a:lnTo>
                <a:lnTo>
                  <a:pt x="407" y="315"/>
                </a:lnTo>
                <a:lnTo>
                  <a:pt x="408" y="324"/>
                </a:lnTo>
                <a:lnTo>
                  <a:pt x="409" y="333"/>
                </a:lnTo>
                <a:close/>
                <a:moveTo>
                  <a:pt x="300" y="308"/>
                </a:moveTo>
                <a:lnTo>
                  <a:pt x="300" y="308"/>
                </a:lnTo>
                <a:lnTo>
                  <a:pt x="300" y="307"/>
                </a:lnTo>
                <a:lnTo>
                  <a:pt x="300" y="306"/>
                </a:lnTo>
                <a:lnTo>
                  <a:pt x="300" y="306"/>
                </a:lnTo>
                <a:lnTo>
                  <a:pt x="301" y="305"/>
                </a:lnTo>
                <a:lnTo>
                  <a:pt x="301" y="304"/>
                </a:lnTo>
                <a:lnTo>
                  <a:pt x="301" y="304"/>
                </a:lnTo>
                <a:lnTo>
                  <a:pt x="302" y="303"/>
                </a:lnTo>
                <a:lnTo>
                  <a:pt x="302" y="302"/>
                </a:lnTo>
                <a:lnTo>
                  <a:pt x="302" y="302"/>
                </a:lnTo>
                <a:lnTo>
                  <a:pt x="303" y="301"/>
                </a:lnTo>
                <a:lnTo>
                  <a:pt x="303" y="300"/>
                </a:lnTo>
                <a:lnTo>
                  <a:pt x="304" y="300"/>
                </a:lnTo>
                <a:lnTo>
                  <a:pt x="304" y="299"/>
                </a:lnTo>
                <a:lnTo>
                  <a:pt x="305" y="299"/>
                </a:lnTo>
                <a:lnTo>
                  <a:pt x="306" y="298"/>
                </a:lnTo>
                <a:lnTo>
                  <a:pt x="308" y="296"/>
                </a:lnTo>
                <a:lnTo>
                  <a:pt x="311" y="295"/>
                </a:lnTo>
                <a:lnTo>
                  <a:pt x="314" y="294"/>
                </a:lnTo>
                <a:lnTo>
                  <a:pt x="317" y="293"/>
                </a:lnTo>
                <a:lnTo>
                  <a:pt x="320" y="293"/>
                </a:lnTo>
                <a:lnTo>
                  <a:pt x="323" y="293"/>
                </a:lnTo>
                <a:lnTo>
                  <a:pt x="326" y="294"/>
                </a:lnTo>
                <a:lnTo>
                  <a:pt x="329" y="294"/>
                </a:lnTo>
                <a:lnTo>
                  <a:pt x="332" y="295"/>
                </a:lnTo>
                <a:lnTo>
                  <a:pt x="335" y="296"/>
                </a:lnTo>
                <a:lnTo>
                  <a:pt x="337" y="298"/>
                </a:lnTo>
                <a:lnTo>
                  <a:pt x="339" y="300"/>
                </a:lnTo>
                <a:lnTo>
                  <a:pt x="341" y="302"/>
                </a:lnTo>
                <a:lnTo>
                  <a:pt x="342" y="304"/>
                </a:lnTo>
                <a:lnTo>
                  <a:pt x="343" y="306"/>
                </a:lnTo>
                <a:lnTo>
                  <a:pt x="343" y="308"/>
                </a:lnTo>
                <a:lnTo>
                  <a:pt x="343" y="309"/>
                </a:lnTo>
                <a:lnTo>
                  <a:pt x="343" y="310"/>
                </a:lnTo>
                <a:lnTo>
                  <a:pt x="343" y="311"/>
                </a:lnTo>
                <a:lnTo>
                  <a:pt x="343" y="312"/>
                </a:lnTo>
                <a:lnTo>
                  <a:pt x="344" y="313"/>
                </a:lnTo>
                <a:lnTo>
                  <a:pt x="344" y="313"/>
                </a:lnTo>
                <a:lnTo>
                  <a:pt x="345" y="314"/>
                </a:lnTo>
                <a:lnTo>
                  <a:pt x="345" y="315"/>
                </a:lnTo>
                <a:lnTo>
                  <a:pt x="346" y="315"/>
                </a:lnTo>
                <a:lnTo>
                  <a:pt x="347" y="316"/>
                </a:lnTo>
                <a:lnTo>
                  <a:pt x="347" y="316"/>
                </a:lnTo>
                <a:lnTo>
                  <a:pt x="348" y="317"/>
                </a:lnTo>
                <a:lnTo>
                  <a:pt x="349" y="317"/>
                </a:lnTo>
                <a:lnTo>
                  <a:pt x="350" y="317"/>
                </a:lnTo>
                <a:lnTo>
                  <a:pt x="351" y="317"/>
                </a:lnTo>
                <a:lnTo>
                  <a:pt x="352" y="317"/>
                </a:lnTo>
                <a:lnTo>
                  <a:pt x="353" y="317"/>
                </a:lnTo>
                <a:lnTo>
                  <a:pt x="353" y="317"/>
                </a:lnTo>
                <a:lnTo>
                  <a:pt x="354" y="317"/>
                </a:lnTo>
                <a:lnTo>
                  <a:pt x="355" y="317"/>
                </a:lnTo>
                <a:lnTo>
                  <a:pt x="356" y="316"/>
                </a:lnTo>
                <a:lnTo>
                  <a:pt x="357" y="316"/>
                </a:lnTo>
                <a:lnTo>
                  <a:pt x="357" y="315"/>
                </a:lnTo>
                <a:lnTo>
                  <a:pt x="358" y="315"/>
                </a:lnTo>
                <a:lnTo>
                  <a:pt x="359" y="314"/>
                </a:lnTo>
                <a:lnTo>
                  <a:pt x="359" y="313"/>
                </a:lnTo>
                <a:lnTo>
                  <a:pt x="359" y="313"/>
                </a:lnTo>
                <a:lnTo>
                  <a:pt x="360" y="312"/>
                </a:lnTo>
                <a:lnTo>
                  <a:pt x="360" y="311"/>
                </a:lnTo>
                <a:lnTo>
                  <a:pt x="360" y="310"/>
                </a:lnTo>
                <a:lnTo>
                  <a:pt x="361" y="309"/>
                </a:lnTo>
                <a:lnTo>
                  <a:pt x="361" y="308"/>
                </a:lnTo>
                <a:lnTo>
                  <a:pt x="360" y="305"/>
                </a:lnTo>
                <a:lnTo>
                  <a:pt x="360" y="302"/>
                </a:lnTo>
                <a:lnTo>
                  <a:pt x="359" y="299"/>
                </a:lnTo>
                <a:lnTo>
                  <a:pt x="358" y="297"/>
                </a:lnTo>
                <a:lnTo>
                  <a:pt x="357" y="294"/>
                </a:lnTo>
                <a:lnTo>
                  <a:pt x="355" y="292"/>
                </a:lnTo>
                <a:lnTo>
                  <a:pt x="353" y="289"/>
                </a:lnTo>
                <a:lnTo>
                  <a:pt x="351" y="287"/>
                </a:lnTo>
                <a:lnTo>
                  <a:pt x="349" y="285"/>
                </a:lnTo>
                <a:lnTo>
                  <a:pt x="347" y="283"/>
                </a:lnTo>
                <a:lnTo>
                  <a:pt x="344" y="282"/>
                </a:lnTo>
                <a:lnTo>
                  <a:pt x="342" y="280"/>
                </a:lnTo>
                <a:lnTo>
                  <a:pt x="339" y="279"/>
                </a:lnTo>
                <a:lnTo>
                  <a:pt x="336" y="278"/>
                </a:lnTo>
                <a:lnTo>
                  <a:pt x="333" y="277"/>
                </a:lnTo>
                <a:lnTo>
                  <a:pt x="330" y="276"/>
                </a:lnTo>
                <a:lnTo>
                  <a:pt x="330" y="272"/>
                </a:lnTo>
                <a:lnTo>
                  <a:pt x="330" y="271"/>
                </a:lnTo>
                <a:lnTo>
                  <a:pt x="330" y="270"/>
                </a:lnTo>
                <a:lnTo>
                  <a:pt x="330" y="269"/>
                </a:lnTo>
                <a:lnTo>
                  <a:pt x="330" y="268"/>
                </a:lnTo>
                <a:lnTo>
                  <a:pt x="329" y="267"/>
                </a:lnTo>
                <a:lnTo>
                  <a:pt x="329" y="267"/>
                </a:lnTo>
                <a:lnTo>
                  <a:pt x="328" y="266"/>
                </a:lnTo>
                <a:lnTo>
                  <a:pt x="328" y="265"/>
                </a:lnTo>
                <a:lnTo>
                  <a:pt x="327" y="265"/>
                </a:lnTo>
                <a:lnTo>
                  <a:pt x="326" y="264"/>
                </a:lnTo>
                <a:lnTo>
                  <a:pt x="326" y="264"/>
                </a:lnTo>
                <a:lnTo>
                  <a:pt x="325" y="263"/>
                </a:lnTo>
                <a:lnTo>
                  <a:pt x="324" y="263"/>
                </a:lnTo>
                <a:lnTo>
                  <a:pt x="323" y="263"/>
                </a:lnTo>
                <a:lnTo>
                  <a:pt x="322" y="263"/>
                </a:lnTo>
                <a:lnTo>
                  <a:pt x="321" y="263"/>
                </a:lnTo>
                <a:lnTo>
                  <a:pt x="321" y="263"/>
                </a:lnTo>
                <a:lnTo>
                  <a:pt x="320" y="263"/>
                </a:lnTo>
                <a:lnTo>
                  <a:pt x="319" y="263"/>
                </a:lnTo>
                <a:lnTo>
                  <a:pt x="318" y="263"/>
                </a:lnTo>
                <a:lnTo>
                  <a:pt x="317" y="264"/>
                </a:lnTo>
                <a:lnTo>
                  <a:pt x="316" y="264"/>
                </a:lnTo>
                <a:lnTo>
                  <a:pt x="316" y="265"/>
                </a:lnTo>
                <a:lnTo>
                  <a:pt x="315" y="265"/>
                </a:lnTo>
                <a:lnTo>
                  <a:pt x="315" y="266"/>
                </a:lnTo>
                <a:lnTo>
                  <a:pt x="314" y="267"/>
                </a:lnTo>
                <a:lnTo>
                  <a:pt x="314" y="267"/>
                </a:lnTo>
                <a:lnTo>
                  <a:pt x="313" y="268"/>
                </a:lnTo>
                <a:lnTo>
                  <a:pt x="313" y="269"/>
                </a:lnTo>
                <a:lnTo>
                  <a:pt x="313" y="270"/>
                </a:lnTo>
                <a:lnTo>
                  <a:pt x="313" y="271"/>
                </a:lnTo>
                <a:lnTo>
                  <a:pt x="313" y="272"/>
                </a:lnTo>
                <a:lnTo>
                  <a:pt x="313" y="276"/>
                </a:lnTo>
                <a:lnTo>
                  <a:pt x="310" y="277"/>
                </a:lnTo>
                <a:lnTo>
                  <a:pt x="307" y="278"/>
                </a:lnTo>
                <a:lnTo>
                  <a:pt x="304" y="279"/>
                </a:lnTo>
                <a:lnTo>
                  <a:pt x="301" y="280"/>
                </a:lnTo>
                <a:lnTo>
                  <a:pt x="298" y="282"/>
                </a:lnTo>
                <a:lnTo>
                  <a:pt x="296" y="283"/>
                </a:lnTo>
                <a:lnTo>
                  <a:pt x="294" y="285"/>
                </a:lnTo>
                <a:lnTo>
                  <a:pt x="291" y="287"/>
                </a:lnTo>
                <a:lnTo>
                  <a:pt x="289" y="289"/>
                </a:lnTo>
                <a:lnTo>
                  <a:pt x="288" y="292"/>
                </a:lnTo>
                <a:lnTo>
                  <a:pt x="286" y="294"/>
                </a:lnTo>
                <a:lnTo>
                  <a:pt x="285" y="297"/>
                </a:lnTo>
                <a:lnTo>
                  <a:pt x="284" y="299"/>
                </a:lnTo>
                <a:lnTo>
                  <a:pt x="283" y="302"/>
                </a:lnTo>
                <a:lnTo>
                  <a:pt x="282" y="305"/>
                </a:lnTo>
                <a:lnTo>
                  <a:pt x="282" y="308"/>
                </a:lnTo>
                <a:lnTo>
                  <a:pt x="283" y="313"/>
                </a:lnTo>
                <a:lnTo>
                  <a:pt x="283" y="317"/>
                </a:lnTo>
                <a:lnTo>
                  <a:pt x="284" y="321"/>
                </a:lnTo>
                <a:lnTo>
                  <a:pt x="286" y="324"/>
                </a:lnTo>
                <a:lnTo>
                  <a:pt x="287" y="327"/>
                </a:lnTo>
                <a:lnTo>
                  <a:pt x="289" y="329"/>
                </a:lnTo>
                <a:lnTo>
                  <a:pt x="292" y="331"/>
                </a:lnTo>
                <a:lnTo>
                  <a:pt x="294" y="333"/>
                </a:lnTo>
                <a:lnTo>
                  <a:pt x="297" y="335"/>
                </a:lnTo>
                <a:lnTo>
                  <a:pt x="300" y="336"/>
                </a:lnTo>
                <a:lnTo>
                  <a:pt x="303" y="337"/>
                </a:lnTo>
                <a:lnTo>
                  <a:pt x="306" y="338"/>
                </a:lnTo>
                <a:lnTo>
                  <a:pt x="309" y="339"/>
                </a:lnTo>
                <a:lnTo>
                  <a:pt x="313" y="340"/>
                </a:lnTo>
                <a:lnTo>
                  <a:pt x="316" y="341"/>
                </a:lnTo>
                <a:lnTo>
                  <a:pt x="320" y="341"/>
                </a:lnTo>
                <a:lnTo>
                  <a:pt x="322" y="342"/>
                </a:lnTo>
                <a:lnTo>
                  <a:pt x="324" y="342"/>
                </a:lnTo>
                <a:lnTo>
                  <a:pt x="326" y="343"/>
                </a:lnTo>
                <a:lnTo>
                  <a:pt x="328" y="343"/>
                </a:lnTo>
                <a:lnTo>
                  <a:pt x="330" y="344"/>
                </a:lnTo>
                <a:lnTo>
                  <a:pt x="332" y="344"/>
                </a:lnTo>
                <a:lnTo>
                  <a:pt x="334" y="345"/>
                </a:lnTo>
                <a:lnTo>
                  <a:pt x="336" y="346"/>
                </a:lnTo>
                <a:lnTo>
                  <a:pt x="337" y="347"/>
                </a:lnTo>
                <a:lnTo>
                  <a:pt x="339" y="348"/>
                </a:lnTo>
                <a:lnTo>
                  <a:pt x="340" y="349"/>
                </a:lnTo>
                <a:lnTo>
                  <a:pt x="341" y="350"/>
                </a:lnTo>
                <a:lnTo>
                  <a:pt x="342" y="351"/>
                </a:lnTo>
                <a:lnTo>
                  <a:pt x="342" y="353"/>
                </a:lnTo>
                <a:lnTo>
                  <a:pt x="343" y="355"/>
                </a:lnTo>
                <a:lnTo>
                  <a:pt x="343" y="357"/>
                </a:lnTo>
                <a:lnTo>
                  <a:pt x="343" y="357"/>
                </a:lnTo>
                <a:lnTo>
                  <a:pt x="343" y="358"/>
                </a:lnTo>
                <a:lnTo>
                  <a:pt x="343" y="359"/>
                </a:lnTo>
                <a:lnTo>
                  <a:pt x="342" y="360"/>
                </a:lnTo>
                <a:lnTo>
                  <a:pt x="342" y="360"/>
                </a:lnTo>
                <a:lnTo>
                  <a:pt x="342" y="361"/>
                </a:lnTo>
                <a:lnTo>
                  <a:pt x="342" y="362"/>
                </a:lnTo>
                <a:lnTo>
                  <a:pt x="341" y="362"/>
                </a:lnTo>
                <a:lnTo>
                  <a:pt x="341" y="363"/>
                </a:lnTo>
                <a:lnTo>
                  <a:pt x="341" y="363"/>
                </a:lnTo>
                <a:lnTo>
                  <a:pt x="340" y="364"/>
                </a:lnTo>
                <a:lnTo>
                  <a:pt x="340" y="365"/>
                </a:lnTo>
                <a:lnTo>
                  <a:pt x="339" y="365"/>
                </a:lnTo>
                <a:lnTo>
                  <a:pt x="339" y="366"/>
                </a:lnTo>
                <a:lnTo>
                  <a:pt x="338" y="366"/>
                </a:lnTo>
                <a:lnTo>
                  <a:pt x="337" y="367"/>
                </a:lnTo>
                <a:lnTo>
                  <a:pt x="335" y="369"/>
                </a:lnTo>
                <a:lnTo>
                  <a:pt x="332" y="370"/>
                </a:lnTo>
                <a:lnTo>
                  <a:pt x="329" y="371"/>
                </a:lnTo>
                <a:lnTo>
                  <a:pt x="326" y="372"/>
                </a:lnTo>
                <a:lnTo>
                  <a:pt x="323" y="372"/>
                </a:lnTo>
                <a:lnTo>
                  <a:pt x="320" y="372"/>
                </a:lnTo>
                <a:lnTo>
                  <a:pt x="317" y="372"/>
                </a:lnTo>
                <a:lnTo>
                  <a:pt x="314" y="371"/>
                </a:lnTo>
                <a:lnTo>
                  <a:pt x="311" y="370"/>
                </a:lnTo>
                <a:lnTo>
                  <a:pt x="308" y="369"/>
                </a:lnTo>
                <a:lnTo>
                  <a:pt x="306" y="367"/>
                </a:lnTo>
                <a:lnTo>
                  <a:pt x="304" y="365"/>
                </a:lnTo>
                <a:lnTo>
                  <a:pt x="302" y="364"/>
                </a:lnTo>
                <a:lnTo>
                  <a:pt x="301" y="361"/>
                </a:lnTo>
                <a:lnTo>
                  <a:pt x="300" y="359"/>
                </a:lnTo>
                <a:lnTo>
                  <a:pt x="300" y="357"/>
                </a:lnTo>
                <a:lnTo>
                  <a:pt x="300" y="356"/>
                </a:lnTo>
                <a:lnTo>
                  <a:pt x="300" y="355"/>
                </a:lnTo>
                <a:lnTo>
                  <a:pt x="300" y="354"/>
                </a:lnTo>
                <a:lnTo>
                  <a:pt x="299" y="353"/>
                </a:lnTo>
                <a:lnTo>
                  <a:pt x="299" y="352"/>
                </a:lnTo>
                <a:lnTo>
                  <a:pt x="299" y="352"/>
                </a:lnTo>
                <a:lnTo>
                  <a:pt x="298" y="351"/>
                </a:lnTo>
                <a:lnTo>
                  <a:pt x="298" y="350"/>
                </a:lnTo>
                <a:lnTo>
                  <a:pt x="297" y="350"/>
                </a:lnTo>
                <a:lnTo>
                  <a:pt x="296" y="349"/>
                </a:lnTo>
                <a:lnTo>
                  <a:pt x="295" y="349"/>
                </a:lnTo>
                <a:lnTo>
                  <a:pt x="295" y="349"/>
                </a:lnTo>
                <a:lnTo>
                  <a:pt x="294" y="348"/>
                </a:lnTo>
                <a:lnTo>
                  <a:pt x="293" y="348"/>
                </a:lnTo>
                <a:lnTo>
                  <a:pt x="292" y="348"/>
                </a:lnTo>
                <a:lnTo>
                  <a:pt x="291" y="348"/>
                </a:lnTo>
                <a:lnTo>
                  <a:pt x="290" y="348"/>
                </a:lnTo>
                <a:lnTo>
                  <a:pt x="289" y="348"/>
                </a:lnTo>
                <a:lnTo>
                  <a:pt x="289" y="348"/>
                </a:lnTo>
                <a:lnTo>
                  <a:pt x="288" y="349"/>
                </a:lnTo>
                <a:lnTo>
                  <a:pt x="287" y="349"/>
                </a:lnTo>
                <a:lnTo>
                  <a:pt x="286" y="349"/>
                </a:lnTo>
                <a:lnTo>
                  <a:pt x="286" y="350"/>
                </a:lnTo>
                <a:lnTo>
                  <a:pt x="285" y="350"/>
                </a:lnTo>
                <a:lnTo>
                  <a:pt x="284" y="351"/>
                </a:lnTo>
                <a:lnTo>
                  <a:pt x="284" y="352"/>
                </a:lnTo>
                <a:lnTo>
                  <a:pt x="283" y="352"/>
                </a:lnTo>
                <a:lnTo>
                  <a:pt x="283" y="353"/>
                </a:lnTo>
                <a:lnTo>
                  <a:pt x="283" y="354"/>
                </a:lnTo>
                <a:lnTo>
                  <a:pt x="283" y="355"/>
                </a:lnTo>
                <a:lnTo>
                  <a:pt x="282" y="356"/>
                </a:lnTo>
                <a:lnTo>
                  <a:pt x="282" y="357"/>
                </a:lnTo>
                <a:lnTo>
                  <a:pt x="283" y="360"/>
                </a:lnTo>
                <a:lnTo>
                  <a:pt x="283" y="363"/>
                </a:lnTo>
                <a:lnTo>
                  <a:pt x="284" y="366"/>
                </a:lnTo>
                <a:lnTo>
                  <a:pt x="285" y="368"/>
                </a:lnTo>
                <a:lnTo>
                  <a:pt x="286" y="371"/>
                </a:lnTo>
                <a:lnTo>
                  <a:pt x="288" y="373"/>
                </a:lnTo>
                <a:lnTo>
                  <a:pt x="289" y="376"/>
                </a:lnTo>
                <a:lnTo>
                  <a:pt x="291" y="378"/>
                </a:lnTo>
                <a:lnTo>
                  <a:pt x="294" y="380"/>
                </a:lnTo>
                <a:lnTo>
                  <a:pt x="296" y="382"/>
                </a:lnTo>
                <a:lnTo>
                  <a:pt x="298" y="383"/>
                </a:lnTo>
                <a:lnTo>
                  <a:pt x="301" y="385"/>
                </a:lnTo>
                <a:lnTo>
                  <a:pt x="304" y="386"/>
                </a:lnTo>
                <a:lnTo>
                  <a:pt x="307" y="387"/>
                </a:lnTo>
                <a:lnTo>
                  <a:pt x="310" y="388"/>
                </a:lnTo>
                <a:lnTo>
                  <a:pt x="313" y="389"/>
                </a:lnTo>
                <a:lnTo>
                  <a:pt x="313" y="393"/>
                </a:lnTo>
                <a:lnTo>
                  <a:pt x="313" y="394"/>
                </a:lnTo>
                <a:lnTo>
                  <a:pt x="313" y="395"/>
                </a:lnTo>
                <a:lnTo>
                  <a:pt x="313" y="396"/>
                </a:lnTo>
                <a:lnTo>
                  <a:pt x="313" y="397"/>
                </a:lnTo>
                <a:lnTo>
                  <a:pt x="314" y="398"/>
                </a:lnTo>
                <a:lnTo>
                  <a:pt x="314" y="398"/>
                </a:lnTo>
                <a:lnTo>
                  <a:pt x="315" y="399"/>
                </a:lnTo>
                <a:lnTo>
                  <a:pt x="315" y="400"/>
                </a:lnTo>
                <a:lnTo>
                  <a:pt x="316" y="400"/>
                </a:lnTo>
                <a:lnTo>
                  <a:pt x="316" y="401"/>
                </a:lnTo>
                <a:lnTo>
                  <a:pt x="317" y="401"/>
                </a:lnTo>
                <a:lnTo>
                  <a:pt x="318" y="402"/>
                </a:lnTo>
                <a:lnTo>
                  <a:pt x="319" y="402"/>
                </a:lnTo>
                <a:lnTo>
                  <a:pt x="320" y="402"/>
                </a:lnTo>
                <a:lnTo>
                  <a:pt x="321" y="402"/>
                </a:lnTo>
                <a:lnTo>
                  <a:pt x="321" y="402"/>
                </a:lnTo>
                <a:lnTo>
                  <a:pt x="322" y="402"/>
                </a:lnTo>
                <a:lnTo>
                  <a:pt x="323" y="402"/>
                </a:lnTo>
                <a:lnTo>
                  <a:pt x="324" y="402"/>
                </a:lnTo>
                <a:lnTo>
                  <a:pt x="325" y="402"/>
                </a:lnTo>
                <a:lnTo>
                  <a:pt x="326" y="401"/>
                </a:lnTo>
                <a:lnTo>
                  <a:pt x="326" y="401"/>
                </a:lnTo>
                <a:lnTo>
                  <a:pt x="327" y="400"/>
                </a:lnTo>
                <a:lnTo>
                  <a:pt x="328" y="400"/>
                </a:lnTo>
                <a:lnTo>
                  <a:pt x="328" y="399"/>
                </a:lnTo>
                <a:lnTo>
                  <a:pt x="329" y="398"/>
                </a:lnTo>
                <a:lnTo>
                  <a:pt x="329" y="398"/>
                </a:lnTo>
                <a:lnTo>
                  <a:pt x="330" y="397"/>
                </a:lnTo>
                <a:lnTo>
                  <a:pt x="330" y="396"/>
                </a:lnTo>
                <a:lnTo>
                  <a:pt x="330" y="395"/>
                </a:lnTo>
                <a:lnTo>
                  <a:pt x="330" y="394"/>
                </a:lnTo>
                <a:lnTo>
                  <a:pt x="330" y="393"/>
                </a:lnTo>
                <a:lnTo>
                  <a:pt x="330" y="389"/>
                </a:lnTo>
                <a:lnTo>
                  <a:pt x="333" y="388"/>
                </a:lnTo>
                <a:lnTo>
                  <a:pt x="336" y="387"/>
                </a:lnTo>
                <a:lnTo>
                  <a:pt x="339" y="386"/>
                </a:lnTo>
                <a:lnTo>
                  <a:pt x="342" y="385"/>
                </a:lnTo>
                <a:lnTo>
                  <a:pt x="345" y="383"/>
                </a:lnTo>
                <a:lnTo>
                  <a:pt x="347" y="382"/>
                </a:lnTo>
                <a:lnTo>
                  <a:pt x="349" y="380"/>
                </a:lnTo>
                <a:lnTo>
                  <a:pt x="352" y="378"/>
                </a:lnTo>
                <a:lnTo>
                  <a:pt x="353" y="376"/>
                </a:lnTo>
                <a:lnTo>
                  <a:pt x="355" y="373"/>
                </a:lnTo>
                <a:lnTo>
                  <a:pt x="357" y="371"/>
                </a:lnTo>
                <a:lnTo>
                  <a:pt x="358" y="368"/>
                </a:lnTo>
                <a:lnTo>
                  <a:pt x="359" y="366"/>
                </a:lnTo>
                <a:lnTo>
                  <a:pt x="360" y="363"/>
                </a:lnTo>
                <a:lnTo>
                  <a:pt x="360" y="360"/>
                </a:lnTo>
                <a:lnTo>
                  <a:pt x="361" y="357"/>
                </a:lnTo>
                <a:lnTo>
                  <a:pt x="360" y="352"/>
                </a:lnTo>
                <a:lnTo>
                  <a:pt x="360" y="348"/>
                </a:lnTo>
                <a:lnTo>
                  <a:pt x="359" y="344"/>
                </a:lnTo>
                <a:lnTo>
                  <a:pt x="357" y="341"/>
                </a:lnTo>
                <a:lnTo>
                  <a:pt x="356" y="338"/>
                </a:lnTo>
                <a:lnTo>
                  <a:pt x="354" y="336"/>
                </a:lnTo>
                <a:lnTo>
                  <a:pt x="351" y="334"/>
                </a:lnTo>
                <a:lnTo>
                  <a:pt x="349" y="332"/>
                </a:lnTo>
                <a:lnTo>
                  <a:pt x="346" y="330"/>
                </a:lnTo>
                <a:lnTo>
                  <a:pt x="343" y="329"/>
                </a:lnTo>
                <a:lnTo>
                  <a:pt x="340" y="328"/>
                </a:lnTo>
                <a:lnTo>
                  <a:pt x="337" y="327"/>
                </a:lnTo>
                <a:lnTo>
                  <a:pt x="333" y="326"/>
                </a:lnTo>
                <a:lnTo>
                  <a:pt x="330" y="325"/>
                </a:lnTo>
                <a:lnTo>
                  <a:pt x="327" y="325"/>
                </a:lnTo>
                <a:lnTo>
                  <a:pt x="323" y="324"/>
                </a:lnTo>
                <a:lnTo>
                  <a:pt x="321" y="323"/>
                </a:lnTo>
                <a:lnTo>
                  <a:pt x="319" y="323"/>
                </a:lnTo>
                <a:lnTo>
                  <a:pt x="317" y="323"/>
                </a:lnTo>
                <a:lnTo>
                  <a:pt x="315" y="322"/>
                </a:lnTo>
                <a:lnTo>
                  <a:pt x="313" y="322"/>
                </a:lnTo>
                <a:lnTo>
                  <a:pt x="311" y="321"/>
                </a:lnTo>
                <a:lnTo>
                  <a:pt x="309" y="320"/>
                </a:lnTo>
                <a:lnTo>
                  <a:pt x="307" y="319"/>
                </a:lnTo>
                <a:lnTo>
                  <a:pt x="306" y="319"/>
                </a:lnTo>
                <a:lnTo>
                  <a:pt x="304" y="318"/>
                </a:lnTo>
                <a:lnTo>
                  <a:pt x="303" y="316"/>
                </a:lnTo>
                <a:lnTo>
                  <a:pt x="302" y="315"/>
                </a:lnTo>
                <a:lnTo>
                  <a:pt x="301" y="314"/>
                </a:lnTo>
                <a:lnTo>
                  <a:pt x="301" y="312"/>
                </a:lnTo>
                <a:lnTo>
                  <a:pt x="300" y="310"/>
                </a:lnTo>
                <a:lnTo>
                  <a:pt x="300" y="308"/>
                </a:lnTo>
                <a:close/>
                <a:moveTo>
                  <a:pt x="20" y="153"/>
                </a:moveTo>
                <a:lnTo>
                  <a:pt x="124" y="69"/>
                </a:lnTo>
                <a:lnTo>
                  <a:pt x="219" y="124"/>
                </a:lnTo>
                <a:lnTo>
                  <a:pt x="220" y="124"/>
                </a:lnTo>
                <a:lnTo>
                  <a:pt x="221" y="125"/>
                </a:lnTo>
                <a:lnTo>
                  <a:pt x="221" y="125"/>
                </a:lnTo>
                <a:lnTo>
                  <a:pt x="222" y="125"/>
                </a:lnTo>
                <a:lnTo>
                  <a:pt x="223" y="125"/>
                </a:lnTo>
                <a:lnTo>
                  <a:pt x="224" y="125"/>
                </a:lnTo>
                <a:lnTo>
                  <a:pt x="225" y="125"/>
                </a:lnTo>
                <a:lnTo>
                  <a:pt x="226" y="125"/>
                </a:lnTo>
                <a:lnTo>
                  <a:pt x="227" y="125"/>
                </a:lnTo>
                <a:lnTo>
                  <a:pt x="228" y="125"/>
                </a:lnTo>
                <a:lnTo>
                  <a:pt x="229" y="125"/>
                </a:lnTo>
                <a:lnTo>
                  <a:pt x="229" y="124"/>
                </a:lnTo>
                <a:lnTo>
                  <a:pt x="230" y="124"/>
                </a:lnTo>
                <a:lnTo>
                  <a:pt x="231" y="123"/>
                </a:lnTo>
                <a:lnTo>
                  <a:pt x="232" y="123"/>
                </a:lnTo>
                <a:lnTo>
                  <a:pt x="232" y="122"/>
                </a:lnTo>
                <a:lnTo>
                  <a:pt x="316" y="38"/>
                </a:lnTo>
                <a:lnTo>
                  <a:pt x="316" y="45"/>
                </a:lnTo>
                <a:lnTo>
                  <a:pt x="317" y="46"/>
                </a:lnTo>
                <a:lnTo>
                  <a:pt x="317" y="47"/>
                </a:lnTo>
                <a:lnTo>
                  <a:pt x="317" y="48"/>
                </a:lnTo>
                <a:lnTo>
                  <a:pt x="317" y="49"/>
                </a:lnTo>
                <a:lnTo>
                  <a:pt x="318" y="50"/>
                </a:lnTo>
                <a:lnTo>
                  <a:pt x="318" y="51"/>
                </a:lnTo>
                <a:lnTo>
                  <a:pt x="319" y="52"/>
                </a:lnTo>
                <a:lnTo>
                  <a:pt x="320" y="53"/>
                </a:lnTo>
                <a:lnTo>
                  <a:pt x="321" y="54"/>
                </a:lnTo>
                <a:lnTo>
                  <a:pt x="321" y="54"/>
                </a:lnTo>
                <a:lnTo>
                  <a:pt x="322" y="55"/>
                </a:lnTo>
                <a:lnTo>
                  <a:pt x="323" y="55"/>
                </a:lnTo>
                <a:lnTo>
                  <a:pt x="324" y="56"/>
                </a:lnTo>
                <a:lnTo>
                  <a:pt x="325" y="56"/>
                </a:lnTo>
                <a:lnTo>
                  <a:pt x="326" y="56"/>
                </a:lnTo>
                <a:lnTo>
                  <a:pt x="328" y="56"/>
                </a:lnTo>
                <a:lnTo>
                  <a:pt x="329" y="56"/>
                </a:lnTo>
                <a:lnTo>
                  <a:pt x="330" y="56"/>
                </a:lnTo>
                <a:lnTo>
                  <a:pt x="331" y="56"/>
                </a:lnTo>
                <a:lnTo>
                  <a:pt x="332" y="55"/>
                </a:lnTo>
                <a:lnTo>
                  <a:pt x="333" y="55"/>
                </a:lnTo>
                <a:lnTo>
                  <a:pt x="334" y="54"/>
                </a:lnTo>
                <a:lnTo>
                  <a:pt x="335" y="54"/>
                </a:lnTo>
                <a:lnTo>
                  <a:pt x="335" y="53"/>
                </a:lnTo>
                <a:lnTo>
                  <a:pt x="336" y="52"/>
                </a:lnTo>
                <a:lnTo>
                  <a:pt x="337" y="51"/>
                </a:lnTo>
                <a:lnTo>
                  <a:pt x="337" y="50"/>
                </a:lnTo>
                <a:lnTo>
                  <a:pt x="338" y="49"/>
                </a:lnTo>
                <a:lnTo>
                  <a:pt x="338" y="48"/>
                </a:lnTo>
                <a:lnTo>
                  <a:pt x="338" y="47"/>
                </a:lnTo>
                <a:lnTo>
                  <a:pt x="339" y="46"/>
                </a:lnTo>
                <a:lnTo>
                  <a:pt x="339" y="45"/>
                </a:lnTo>
                <a:lnTo>
                  <a:pt x="339" y="11"/>
                </a:lnTo>
                <a:lnTo>
                  <a:pt x="339" y="10"/>
                </a:lnTo>
                <a:lnTo>
                  <a:pt x="338" y="9"/>
                </a:lnTo>
                <a:lnTo>
                  <a:pt x="338" y="8"/>
                </a:lnTo>
                <a:lnTo>
                  <a:pt x="338" y="7"/>
                </a:lnTo>
                <a:lnTo>
                  <a:pt x="337" y="6"/>
                </a:lnTo>
                <a:lnTo>
                  <a:pt x="337" y="5"/>
                </a:lnTo>
                <a:lnTo>
                  <a:pt x="336" y="4"/>
                </a:lnTo>
                <a:lnTo>
                  <a:pt x="335" y="3"/>
                </a:lnTo>
                <a:lnTo>
                  <a:pt x="335" y="3"/>
                </a:lnTo>
                <a:lnTo>
                  <a:pt x="334" y="2"/>
                </a:lnTo>
                <a:lnTo>
                  <a:pt x="333" y="1"/>
                </a:lnTo>
                <a:lnTo>
                  <a:pt x="332" y="1"/>
                </a:lnTo>
                <a:lnTo>
                  <a:pt x="331" y="1"/>
                </a:lnTo>
                <a:lnTo>
                  <a:pt x="330" y="0"/>
                </a:lnTo>
                <a:lnTo>
                  <a:pt x="329" y="0"/>
                </a:lnTo>
                <a:lnTo>
                  <a:pt x="328" y="0"/>
                </a:lnTo>
                <a:lnTo>
                  <a:pt x="325" y="0"/>
                </a:lnTo>
                <a:lnTo>
                  <a:pt x="323" y="0"/>
                </a:lnTo>
                <a:lnTo>
                  <a:pt x="321" y="0"/>
                </a:lnTo>
                <a:lnTo>
                  <a:pt x="319" y="0"/>
                </a:lnTo>
                <a:lnTo>
                  <a:pt x="317" y="0"/>
                </a:lnTo>
                <a:lnTo>
                  <a:pt x="315" y="0"/>
                </a:lnTo>
                <a:lnTo>
                  <a:pt x="313" y="0"/>
                </a:lnTo>
                <a:lnTo>
                  <a:pt x="311" y="0"/>
                </a:lnTo>
                <a:lnTo>
                  <a:pt x="309" y="0"/>
                </a:lnTo>
                <a:lnTo>
                  <a:pt x="306" y="0"/>
                </a:lnTo>
                <a:lnTo>
                  <a:pt x="304" y="0"/>
                </a:lnTo>
                <a:lnTo>
                  <a:pt x="302" y="0"/>
                </a:lnTo>
                <a:lnTo>
                  <a:pt x="300" y="0"/>
                </a:lnTo>
                <a:lnTo>
                  <a:pt x="298" y="0"/>
                </a:lnTo>
                <a:lnTo>
                  <a:pt x="296" y="0"/>
                </a:lnTo>
                <a:lnTo>
                  <a:pt x="294" y="0"/>
                </a:lnTo>
                <a:lnTo>
                  <a:pt x="293" y="0"/>
                </a:lnTo>
                <a:lnTo>
                  <a:pt x="292" y="0"/>
                </a:lnTo>
                <a:lnTo>
                  <a:pt x="291" y="1"/>
                </a:lnTo>
                <a:lnTo>
                  <a:pt x="289" y="1"/>
                </a:lnTo>
                <a:lnTo>
                  <a:pt x="289" y="1"/>
                </a:lnTo>
                <a:lnTo>
                  <a:pt x="288" y="2"/>
                </a:lnTo>
                <a:lnTo>
                  <a:pt x="287" y="3"/>
                </a:lnTo>
                <a:lnTo>
                  <a:pt x="286" y="3"/>
                </a:lnTo>
                <a:lnTo>
                  <a:pt x="285" y="4"/>
                </a:lnTo>
                <a:lnTo>
                  <a:pt x="285" y="5"/>
                </a:lnTo>
                <a:lnTo>
                  <a:pt x="284" y="6"/>
                </a:lnTo>
                <a:lnTo>
                  <a:pt x="284" y="7"/>
                </a:lnTo>
                <a:lnTo>
                  <a:pt x="283" y="8"/>
                </a:lnTo>
                <a:lnTo>
                  <a:pt x="283" y="9"/>
                </a:lnTo>
                <a:lnTo>
                  <a:pt x="283" y="10"/>
                </a:lnTo>
                <a:lnTo>
                  <a:pt x="283" y="11"/>
                </a:lnTo>
                <a:lnTo>
                  <a:pt x="283" y="12"/>
                </a:lnTo>
                <a:lnTo>
                  <a:pt x="283" y="13"/>
                </a:lnTo>
                <a:lnTo>
                  <a:pt x="283" y="14"/>
                </a:lnTo>
                <a:lnTo>
                  <a:pt x="284" y="15"/>
                </a:lnTo>
                <a:lnTo>
                  <a:pt x="284" y="16"/>
                </a:lnTo>
                <a:lnTo>
                  <a:pt x="285" y="17"/>
                </a:lnTo>
                <a:lnTo>
                  <a:pt x="285" y="18"/>
                </a:lnTo>
                <a:lnTo>
                  <a:pt x="286" y="19"/>
                </a:lnTo>
                <a:lnTo>
                  <a:pt x="287" y="20"/>
                </a:lnTo>
                <a:lnTo>
                  <a:pt x="288" y="20"/>
                </a:lnTo>
                <a:lnTo>
                  <a:pt x="289" y="21"/>
                </a:lnTo>
                <a:lnTo>
                  <a:pt x="289" y="21"/>
                </a:lnTo>
                <a:lnTo>
                  <a:pt x="291" y="22"/>
                </a:lnTo>
                <a:lnTo>
                  <a:pt x="292" y="22"/>
                </a:lnTo>
                <a:lnTo>
                  <a:pt x="293" y="22"/>
                </a:lnTo>
                <a:lnTo>
                  <a:pt x="294" y="22"/>
                </a:lnTo>
                <a:lnTo>
                  <a:pt x="301" y="22"/>
                </a:lnTo>
                <a:lnTo>
                  <a:pt x="223" y="100"/>
                </a:lnTo>
                <a:lnTo>
                  <a:pt x="128" y="46"/>
                </a:lnTo>
                <a:lnTo>
                  <a:pt x="127" y="45"/>
                </a:lnTo>
                <a:lnTo>
                  <a:pt x="126" y="45"/>
                </a:lnTo>
                <a:lnTo>
                  <a:pt x="126" y="45"/>
                </a:lnTo>
                <a:lnTo>
                  <a:pt x="125" y="45"/>
                </a:lnTo>
                <a:lnTo>
                  <a:pt x="124" y="44"/>
                </a:lnTo>
                <a:lnTo>
                  <a:pt x="123" y="44"/>
                </a:lnTo>
                <a:lnTo>
                  <a:pt x="122" y="44"/>
                </a:lnTo>
                <a:lnTo>
                  <a:pt x="122" y="44"/>
                </a:lnTo>
                <a:lnTo>
                  <a:pt x="121" y="44"/>
                </a:lnTo>
                <a:lnTo>
                  <a:pt x="120" y="45"/>
                </a:lnTo>
                <a:lnTo>
                  <a:pt x="119" y="45"/>
                </a:lnTo>
                <a:lnTo>
                  <a:pt x="118" y="45"/>
                </a:lnTo>
                <a:lnTo>
                  <a:pt x="118" y="45"/>
                </a:lnTo>
                <a:lnTo>
                  <a:pt x="117" y="46"/>
                </a:lnTo>
                <a:lnTo>
                  <a:pt x="116" y="46"/>
                </a:lnTo>
                <a:lnTo>
                  <a:pt x="115" y="47"/>
                </a:lnTo>
                <a:lnTo>
                  <a:pt x="6" y="136"/>
                </a:lnTo>
                <a:lnTo>
                  <a:pt x="5" y="137"/>
                </a:lnTo>
                <a:lnTo>
                  <a:pt x="4" y="138"/>
                </a:lnTo>
                <a:lnTo>
                  <a:pt x="4" y="139"/>
                </a:lnTo>
                <a:lnTo>
                  <a:pt x="3" y="140"/>
                </a:lnTo>
                <a:lnTo>
                  <a:pt x="3" y="140"/>
                </a:lnTo>
                <a:lnTo>
                  <a:pt x="2" y="141"/>
                </a:lnTo>
                <a:lnTo>
                  <a:pt x="2" y="143"/>
                </a:lnTo>
                <a:lnTo>
                  <a:pt x="2" y="144"/>
                </a:lnTo>
                <a:lnTo>
                  <a:pt x="2" y="145"/>
                </a:lnTo>
                <a:lnTo>
                  <a:pt x="2" y="146"/>
                </a:lnTo>
                <a:lnTo>
                  <a:pt x="2" y="147"/>
                </a:lnTo>
                <a:lnTo>
                  <a:pt x="2" y="148"/>
                </a:lnTo>
                <a:lnTo>
                  <a:pt x="2" y="149"/>
                </a:lnTo>
                <a:lnTo>
                  <a:pt x="3" y="150"/>
                </a:lnTo>
                <a:lnTo>
                  <a:pt x="3" y="151"/>
                </a:lnTo>
                <a:lnTo>
                  <a:pt x="4" y="152"/>
                </a:lnTo>
                <a:lnTo>
                  <a:pt x="5" y="153"/>
                </a:lnTo>
                <a:lnTo>
                  <a:pt x="6" y="153"/>
                </a:lnTo>
                <a:lnTo>
                  <a:pt x="7" y="154"/>
                </a:lnTo>
                <a:lnTo>
                  <a:pt x="8" y="154"/>
                </a:lnTo>
                <a:lnTo>
                  <a:pt x="9" y="155"/>
                </a:lnTo>
                <a:lnTo>
                  <a:pt x="10" y="155"/>
                </a:lnTo>
                <a:lnTo>
                  <a:pt x="11" y="156"/>
                </a:lnTo>
                <a:lnTo>
                  <a:pt x="12" y="156"/>
                </a:lnTo>
                <a:lnTo>
                  <a:pt x="13" y="156"/>
                </a:lnTo>
                <a:lnTo>
                  <a:pt x="14" y="156"/>
                </a:lnTo>
                <a:lnTo>
                  <a:pt x="15" y="156"/>
                </a:lnTo>
                <a:lnTo>
                  <a:pt x="16" y="155"/>
                </a:lnTo>
                <a:lnTo>
                  <a:pt x="17" y="155"/>
                </a:lnTo>
                <a:lnTo>
                  <a:pt x="18" y="155"/>
                </a:lnTo>
                <a:lnTo>
                  <a:pt x="19" y="154"/>
                </a:lnTo>
                <a:lnTo>
                  <a:pt x="20" y="15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6" name="Freeform 1026"/>
          <p:cNvSpPr/>
          <p:nvPr/>
        </p:nvSpPr>
        <p:spPr>
          <a:xfrm>
            <a:off x="13864523" y="274853"/>
            <a:ext cx="38405" cy="38405"/>
          </a:xfrm>
          <a:custGeom>
            <a:avLst/>
            <a:gdLst/>
            <a:ahLst/>
            <a:cxnLst/>
            <a:rect l="l" t="t" r="r" b="b"/>
            <a:pathLst>
              <a:path w="40" h="40">
                <a:moveTo>
                  <a:pt x="40" y="20"/>
                </a:moveTo>
                <a:lnTo>
                  <a:pt x="40" y="18"/>
                </a:lnTo>
                <a:lnTo>
                  <a:pt x="40" y="16"/>
                </a:lnTo>
                <a:lnTo>
                  <a:pt x="39" y="14"/>
                </a:lnTo>
                <a:lnTo>
                  <a:pt x="39" y="12"/>
                </a:lnTo>
                <a:lnTo>
                  <a:pt x="38" y="11"/>
                </a:lnTo>
                <a:lnTo>
                  <a:pt x="37" y="9"/>
                </a:lnTo>
                <a:lnTo>
                  <a:pt x="36" y="7"/>
                </a:lnTo>
                <a:lnTo>
                  <a:pt x="34" y="6"/>
                </a:lnTo>
                <a:lnTo>
                  <a:pt x="33" y="5"/>
                </a:lnTo>
                <a:lnTo>
                  <a:pt x="31" y="3"/>
                </a:lnTo>
                <a:lnTo>
                  <a:pt x="30" y="2"/>
                </a:lnTo>
                <a:lnTo>
                  <a:pt x="28" y="2"/>
                </a:lnTo>
                <a:lnTo>
                  <a:pt x="26" y="1"/>
                </a:lnTo>
                <a:lnTo>
                  <a:pt x="24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6" y="0"/>
                </a:lnTo>
                <a:lnTo>
                  <a:pt x="14" y="1"/>
                </a:lnTo>
                <a:lnTo>
                  <a:pt x="12" y="2"/>
                </a:lnTo>
                <a:lnTo>
                  <a:pt x="11" y="2"/>
                </a:lnTo>
                <a:lnTo>
                  <a:pt x="9" y="3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3" y="9"/>
                </a:lnTo>
                <a:lnTo>
                  <a:pt x="2" y="11"/>
                </a:lnTo>
                <a:lnTo>
                  <a:pt x="2" y="12"/>
                </a:lnTo>
                <a:lnTo>
                  <a:pt x="1" y="14"/>
                </a:lnTo>
                <a:lnTo>
                  <a:pt x="0" y="16"/>
                </a:lnTo>
                <a:lnTo>
                  <a:pt x="0" y="18"/>
                </a:lnTo>
                <a:lnTo>
                  <a:pt x="0" y="20"/>
                </a:lnTo>
                <a:lnTo>
                  <a:pt x="0" y="40"/>
                </a:lnTo>
                <a:lnTo>
                  <a:pt x="40" y="40"/>
                </a:lnTo>
                <a:close/>
                <a:moveTo>
                  <a:pt x="27" y="27"/>
                </a:moveTo>
                <a:lnTo>
                  <a:pt x="13" y="27"/>
                </a:lnTo>
                <a:lnTo>
                  <a:pt x="13" y="20"/>
                </a:lnTo>
                <a:lnTo>
                  <a:pt x="13" y="19"/>
                </a:lnTo>
                <a:lnTo>
                  <a:pt x="14" y="19"/>
                </a:lnTo>
                <a:lnTo>
                  <a:pt x="14" y="18"/>
                </a:lnTo>
                <a:lnTo>
                  <a:pt x="14" y="18"/>
                </a:lnTo>
                <a:lnTo>
                  <a:pt x="14" y="17"/>
                </a:lnTo>
                <a:lnTo>
                  <a:pt x="15" y="16"/>
                </a:lnTo>
                <a:lnTo>
                  <a:pt x="15" y="16"/>
                </a:lnTo>
                <a:lnTo>
                  <a:pt x="15" y="15"/>
                </a:lnTo>
                <a:lnTo>
                  <a:pt x="16" y="15"/>
                </a:lnTo>
                <a:lnTo>
                  <a:pt x="16" y="15"/>
                </a:lnTo>
                <a:lnTo>
                  <a:pt x="17" y="14"/>
                </a:lnTo>
                <a:lnTo>
                  <a:pt x="18" y="14"/>
                </a:lnTo>
                <a:lnTo>
                  <a:pt x="18" y="14"/>
                </a:lnTo>
                <a:lnTo>
                  <a:pt x="19" y="14"/>
                </a:lnTo>
                <a:lnTo>
                  <a:pt x="19" y="13"/>
                </a:lnTo>
                <a:lnTo>
                  <a:pt x="20" y="13"/>
                </a:lnTo>
                <a:lnTo>
                  <a:pt x="21" y="13"/>
                </a:lnTo>
                <a:lnTo>
                  <a:pt x="22" y="14"/>
                </a:lnTo>
                <a:lnTo>
                  <a:pt x="22" y="14"/>
                </a:lnTo>
                <a:lnTo>
                  <a:pt x="23" y="14"/>
                </a:lnTo>
                <a:lnTo>
                  <a:pt x="23" y="14"/>
                </a:lnTo>
                <a:lnTo>
                  <a:pt x="24" y="15"/>
                </a:lnTo>
                <a:lnTo>
                  <a:pt x="24" y="15"/>
                </a:lnTo>
                <a:lnTo>
                  <a:pt x="25" y="15"/>
                </a:lnTo>
                <a:lnTo>
                  <a:pt x="25" y="16"/>
                </a:lnTo>
                <a:lnTo>
                  <a:pt x="26" y="16"/>
                </a:lnTo>
                <a:lnTo>
                  <a:pt x="26" y="17"/>
                </a:lnTo>
                <a:lnTo>
                  <a:pt x="26" y="18"/>
                </a:lnTo>
                <a:lnTo>
                  <a:pt x="27" y="18"/>
                </a:lnTo>
                <a:lnTo>
                  <a:pt x="27" y="19"/>
                </a:lnTo>
                <a:lnTo>
                  <a:pt x="27" y="19"/>
                </a:lnTo>
                <a:lnTo>
                  <a:pt x="27" y="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7" name="Freeform 1027"/>
          <p:cNvSpPr/>
          <p:nvPr/>
        </p:nvSpPr>
        <p:spPr>
          <a:xfrm>
            <a:off x="13915730" y="274853"/>
            <a:ext cx="38405" cy="38405"/>
          </a:xfrm>
          <a:custGeom>
            <a:avLst/>
            <a:gdLst/>
            <a:ahLst/>
            <a:cxnLst/>
            <a:rect l="l" t="t" r="r" b="b"/>
            <a:pathLst>
              <a:path w="40" h="40">
                <a:moveTo>
                  <a:pt x="40" y="20"/>
                </a:moveTo>
                <a:lnTo>
                  <a:pt x="40" y="18"/>
                </a:lnTo>
                <a:lnTo>
                  <a:pt x="40" y="16"/>
                </a:lnTo>
                <a:lnTo>
                  <a:pt x="39" y="14"/>
                </a:lnTo>
                <a:lnTo>
                  <a:pt x="39" y="12"/>
                </a:lnTo>
                <a:lnTo>
                  <a:pt x="38" y="11"/>
                </a:lnTo>
                <a:lnTo>
                  <a:pt x="37" y="9"/>
                </a:lnTo>
                <a:lnTo>
                  <a:pt x="36" y="7"/>
                </a:lnTo>
                <a:lnTo>
                  <a:pt x="34" y="6"/>
                </a:lnTo>
                <a:lnTo>
                  <a:pt x="33" y="5"/>
                </a:lnTo>
                <a:lnTo>
                  <a:pt x="31" y="3"/>
                </a:lnTo>
                <a:lnTo>
                  <a:pt x="30" y="2"/>
                </a:lnTo>
                <a:lnTo>
                  <a:pt x="28" y="2"/>
                </a:lnTo>
                <a:lnTo>
                  <a:pt x="26" y="1"/>
                </a:lnTo>
                <a:lnTo>
                  <a:pt x="24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6" y="0"/>
                </a:lnTo>
                <a:lnTo>
                  <a:pt x="14" y="1"/>
                </a:lnTo>
                <a:lnTo>
                  <a:pt x="12" y="2"/>
                </a:lnTo>
                <a:lnTo>
                  <a:pt x="11" y="2"/>
                </a:lnTo>
                <a:lnTo>
                  <a:pt x="9" y="3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3" y="9"/>
                </a:lnTo>
                <a:lnTo>
                  <a:pt x="2" y="11"/>
                </a:lnTo>
                <a:lnTo>
                  <a:pt x="2" y="12"/>
                </a:lnTo>
                <a:lnTo>
                  <a:pt x="1" y="14"/>
                </a:lnTo>
                <a:lnTo>
                  <a:pt x="0" y="16"/>
                </a:lnTo>
                <a:lnTo>
                  <a:pt x="0" y="18"/>
                </a:lnTo>
                <a:lnTo>
                  <a:pt x="0" y="20"/>
                </a:lnTo>
                <a:lnTo>
                  <a:pt x="0" y="40"/>
                </a:lnTo>
                <a:lnTo>
                  <a:pt x="40" y="40"/>
                </a:lnTo>
                <a:close/>
                <a:moveTo>
                  <a:pt x="27" y="27"/>
                </a:moveTo>
                <a:lnTo>
                  <a:pt x="13" y="27"/>
                </a:lnTo>
                <a:lnTo>
                  <a:pt x="13" y="20"/>
                </a:lnTo>
                <a:lnTo>
                  <a:pt x="13" y="19"/>
                </a:lnTo>
                <a:lnTo>
                  <a:pt x="14" y="19"/>
                </a:lnTo>
                <a:lnTo>
                  <a:pt x="14" y="18"/>
                </a:lnTo>
                <a:lnTo>
                  <a:pt x="14" y="18"/>
                </a:lnTo>
                <a:lnTo>
                  <a:pt x="14" y="17"/>
                </a:lnTo>
                <a:lnTo>
                  <a:pt x="15" y="16"/>
                </a:lnTo>
                <a:lnTo>
                  <a:pt x="15" y="16"/>
                </a:lnTo>
                <a:lnTo>
                  <a:pt x="15" y="15"/>
                </a:lnTo>
                <a:lnTo>
                  <a:pt x="16" y="15"/>
                </a:lnTo>
                <a:lnTo>
                  <a:pt x="16" y="15"/>
                </a:lnTo>
                <a:lnTo>
                  <a:pt x="17" y="14"/>
                </a:lnTo>
                <a:lnTo>
                  <a:pt x="18" y="14"/>
                </a:lnTo>
                <a:lnTo>
                  <a:pt x="18" y="14"/>
                </a:lnTo>
                <a:lnTo>
                  <a:pt x="19" y="14"/>
                </a:lnTo>
                <a:lnTo>
                  <a:pt x="19" y="13"/>
                </a:lnTo>
                <a:lnTo>
                  <a:pt x="20" y="13"/>
                </a:lnTo>
                <a:lnTo>
                  <a:pt x="21" y="13"/>
                </a:lnTo>
                <a:lnTo>
                  <a:pt x="22" y="14"/>
                </a:lnTo>
                <a:lnTo>
                  <a:pt x="22" y="14"/>
                </a:lnTo>
                <a:lnTo>
                  <a:pt x="23" y="14"/>
                </a:lnTo>
                <a:lnTo>
                  <a:pt x="23" y="14"/>
                </a:lnTo>
                <a:lnTo>
                  <a:pt x="24" y="15"/>
                </a:lnTo>
                <a:lnTo>
                  <a:pt x="24" y="15"/>
                </a:lnTo>
                <a:lnTo>
                  <a:pt x="25" y="15"/>
                </a:lnTo>
                <a:lnTo>
                  <a:pt x="25" y="16"/>
                </a:lnTo>
                <a:lnTo>
                  <a:pt x="26" y="16"/>
                </a:lnTo>
                <a:lnTo>
                  <a:pt x="26" y="17"/>
                </a:lnTo>
                <a:lnTo>
                  <a:pt x="26" y="18"/>
                </a:lnTo>
                <a:lnTo>
                  <a:pt x="27" y="18"/>
                </a:lnTo>
                <a:lnTo>
                  <a:pt x="27" y="19"/>
                </a:lnTo>
                <a:lnTo>
                  <a:pt x="27" y="19"/>
                </a:lnTo>
                <a:lnTo>
                  <a:pt x="27" y="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8" name="Freeform 1028"/>
          <p:cNvSpPr/>
          <p:nvPr/>
        </p:nvSpPr>
        <p:spPr>
          <a:xfrm>
            <a:off x="13877658" y="349634"/>
            <a:ext cx="63351" cy="27622"/>
          </a:xfrm>
          <a:custGeom>
            <a:avLst/>
            <a:gdLst/>
            <a:ahLst/>
            <a:cxnLst/>
            <a:rect l="l" t="t" r="r" b="b"/>
            <a:pathLst>
              <a:path w="67" h="29">
                <a:moveTo>
                  <a:pt x="66" y="5"/>
                </a:moveTo>
                <a:lnTo>
                  <a:pt x="67" y="4"/>
                </a:lnTo>
                <a:lnTo>
                  <a:pt x="54" y="0"/>
                </a:lnTo>
                <a:lnTo>
                  <a:pt x="53" y="1"/>
                </a:lnTo>
                <a:lnTo>
                  <a:pt x="53" y="3"/>
                </a:lnTo>
                <a:lnTo>
                  <a:pt x="52" y="4"/>
                </a:lnTo>
                <a:lnTo>
                  <a:pt x="51" y="6"/>
                </a:lnTo>
                <a:lnTo>
                  <a:pt x="50" y="7"/>
                </a:lnTo>
                <a:lnTo>
                  <a:pt x="49" y="8"/>
                </a:lnTo>
                <a:lnTo>
                  <a:pt x="48" y="9"/>
                </a:lnTo>
                <a:lnTo>
                  <a:pt x="47" y="11"/>
                </a:lnTo>
                <a:lnTo>
                  <a:pt x="46" y="12"/>
                </a:lnTo>
                <a:lnTo>
                  <a:pt x="44" y="12"/>
                </a:lnTo>
                <a:lnTo>
                  <a:pt x="43" y="13"/>
                </a:lnTo>
                <a:lnTo>
                  <a:pt x="41" y="14"/>
                </a:lnTo>
                <a:lnTo>
                  <a:pt x="40" y="15"/>
                </a:lnTo>
                <a:lnTo>
                  <a:pt x="38" y="15"/>
                </a:lnTo>
                <a:lnTo>
                  <a:pt x="37" y="15"/>
                </a:lnTo>
                <a:lnTo>
                  <a:pt x="35" y="15"/>
                </a:lnTo>
                <a:lnTo>
                  <a:pt x="33" y="16"/>
                </a:lnTo>
                <a:lnTo>
                  <a:pt x="32" y="15"/>
                </a:lnTo>
                <a:lnTo>
                  <a:pt x="30" y="15"/>
                </a:lnTo>
                <a:lnTo>
                  <a:pt x="28" y="15"/>
                </a:lnTo>
                <a:lnTo>
                  <a:pt x="27" y="15"/>
                </a:lnTo>
                <a:lnTo>
                  <a:pt x="25" y="14"/>
                </a:lnTo>
                <a:lnTo>
                  <a:pt x="24" y="13"/>
                </a:lnTo>
                <a:lnTo>
                  <a:pt x="22" y="12"/>
                </a:lnTo>
                <a:lnTo>
                  <a:pt x="21" y="12"/>
                </a:lnTo>
                <a:lnTo>
                  <a:pt x="20" y="11"/>
                </a:lnTo>
                <a:lnTo>
                  <a:pt x="18" y="9"/>
                </a:lnTo>
                <a:lnTo>
                  <a:pt x="17" y="8"/>
                </a:lnTo>
                <a:lnTo>
                  <a:pt x="16" y="7"/>
                </a:lnTo>
                <a:lnTo>
                  <a:pt x="15" y="6"/>
                </a:lnTo>
                <a:lnTo>
                  <a:pt x="14" y="4"/>
                </a:lnTo>
                <a:lnTo>
                  <a:pt x="14" y="3"/>
                </a:lnTo>
                <a:lnTo>
                  <a:pt x="13" y="1"/>
                </a:lnTo>
                <a:lnTo>
                  <a:pt x="13" y="0"/>
                </a:lnTo>
                <a:lnTo>
                  <a:pt x="0" y="4"/>
                </a:lnTo>
                <a:lnTo>
                  <a:pt x="0" y="5"/>
                </a:lnTo>
                <a:lnTo>
                  <a:pt x="1" y="8"/>
                </a:lnTo>
                <a:lnTo>
                  <a:pt x="3" y="10"/>
                </a:lnTo>
                <a:lnTo>
                  <a:pt x="4" y="13"/>
                </a:lnTo>
                <a:lnTo>
                  <a:pt x="5" y="15"/>
                </a:lnTo>
                <a:lnTo>
                  <a:pt x="7" y="17"/>
                </a:lnTo>
                <a:lnTo>
                  <a:pt x="9" y="19"/>
                </a:lnTo>
                <a:lnTo>
                  <a:pt x="11" y="21"/>
                </a:lnTo>
                <a:lnTo>
                  <a:pt x="13" y="22"/>
                </a:lnTo>
                <a:lnTo>
                  <a:pt x="15" y="24"/>
                </a:lnTo>
                <a:lnTo>
                  <a:pt x="18" y="25"/>
                </a:lnTo>
                <a:lnTo>
                  <a:pt x="20" y="26"/>
                </a:lnTo>
                <a:lnTo>
                  <a:pt x="22" y="27"/>
                </a:lnTo>
                <a:lnTo>
                  <a:pt x="25" y="28"/>
                </a:lnTo>
                <a:lnTo>
                  <a:pt x="28" y="29"/>
                </a:lnTo>
                <a:lnTo>
                  <a:pt x="30" y="29"/>
                </a:lnTo>
                <a:lnTo>
                  <a:pt x="33" y="29"/>
                </a:lnTo>
                <a:lnTo>
                  <a:pt x="36" y="29"/>
                </a:lnTo>
                <a:lnTo>
                  <a:pt x="39" y="29"/>
                </a:lnTo>
                <a:lnTo>
                  <a:pt x="41" y="28"/>
                </a:lnTo>
                <a:lnTo>
                  <a:pt x="44" y="27"/>
                </a:lnTo>
                <a:lnTo>
                  <a:pt x="47" y="26"/>
                </a:lnTo>
                <a:lnTo>
                  <a:pt x="49" y="25"/>
                </a:lnTo>
                <a:lnTo>
                  <a:pt x="51" y="24"/>
                </a:lnTo>
                <a:lnTo>
                  <a:pt x="54" y="22"/>
                </a:lnTo>
                <a:lnTo>
                  <a:pt x="56" y="21"/>
                </a:lnTo>
                <a:lnTo>
                  <a:pt x="58" y="19"/>
                </a:lnTo>
                <a:lnTo>
                  <a:pt x="59" y="17"/>
                </a:lnTo>
                <a:lnTo>
                  <a:pt x="61" y="15"/>
                </a:lnTo>
                <a:lnTo>
                  <a:pt x="63" y="13"/>
                </a:lnTo>
                <a:lnTo>
                  <a:pt x="64" y="10"/>
                </a:lnTo>
                <a:lnTo>
                  <a:pt x="65" y="8"/>
                </a:lnTo>
                <a:lnTo>
                  <a:pt x="66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9" name="Freeform 1029"/>
          <p:cNvSpPr/>
          <p:nvPr/>
        </p:nvSpPr>
        <p:spPr>
          <a:xfrm>
            <a:off x="13902928" y="326050"/>
            <a:ext cx="12802" cy="25603"/>
          </a:xfrm>
          <a:custGeom>
            <a:avLst/>
            <a:gdLst/>
            <a:ahLst/>
            <a:cxnLst/>
            <a:rect l="l" t="t" r="r" b="b"/>
            <a:pathLst>
              <a:path w="13" h="27">
                <a:moveTo>
                  <a:pt x="0" y="0"/>
                </a:moveTo>
                <a:lnTo>
                  <a:pt x="13" y="0"/>
                </a:lnTo>
                <a:lnTo>
                  <a:pt x="13" y="27"/>
                </a:ln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0" name="Freeform 1030"/>
          <p:cNvSpPr/>
          <p:nvPr/>
        </p:nvSpPr>
        <p:spPr>
          <a:xfrm>
            <a:off x="14120565" y="274853"/>
            <a:ext cx="38405" cy="38405"/>
          </a:xfrm>
          <a:custGeom>
            <a:avLst/>
            <a:gdLst/>
            <a:ahLst/>
            <a:cxnLst/>
            <a:rect l="l" t="t" r="r" b="b"/>
            <a:pathLst>
              <a:path w="40" h="40">
                <a:moveTo>
                  <a:pt x="20" y="40"/>
                </a:moveTo>
                <a:lnTo>
                  <a:pt x="22" y="40"/>
                </a:lnTo>
                <a:lnTo>
                  <a:pt x="24" y="40"/>
                </a:lnTo>
                <a:lnTo>
                  <a:pt x="26" y="39"/>
                </a:lnTo>
                <a:lnTo>
                  <a:pt x="28" y="39"/>
                </a:lnTo>
                <a:lnTo>
                  <a:pt x="30" y="38"/>
                </a:lnTo>
                <a:lnTo>
                  <a:pt x="31" y="37"/>
                </a:lnTo>
                <a:lnTo>
                  <a:pt x="33" y="36"/>
                </a:lnTo>
                <a:lnTo>
                  <a:pt x="34" y="34"/>
                </a:lnTo>
                <a:lnTo>
                  <a:pt x="36" y="33"/>
                </a:lnTo>
                <a:lnTo>
                  <a:pt x="37" y="31"/>
                </a:lnTo>
                <a:lnTo>
                  <a:pt x="38" y="30"/>
                </a:lnTo>
                <a:lnTo>
                  <a:pt x="39" y="28"/>
                </a:lnTo>
                <a:lnTo>
                  <a:pt x="39" y="26"/>
                </a:lnTo>
                <a:lnTo>
                  <a:pt x="40" y="24"/>
                </a:lnTo>
                <a:lnTo>
                  <a:pt x="40" y="22"/>
                </a:lnTo>
                <a:lnTo>
                  <a:pt x="40" y="20"/>
                </a:lnTo>
                <a:lnTo>
                  <a:pt x="40" y="18"/>
                </a:lnTo>
                <a:lnTo>
                  <a:pt x="40" y="16"/>
                </a:lnTo>
                <a:lnTo>
                  <a:pt x="39" y="14"/>
                </a:lnTo>
                <a:lnTo>
                  <a:pt x="39" y="12"/>
                </a:lnTo>
                <a:lnTo>
                  <a:pt x="38" y="11"/>
                </a:lnTo>
                <a:lnTo>
                  <a:pt x="37" y="9"/>
                </a:lnTo>
                <a:lnTo>
                  <a:pt x="36" y="7"/>
                </a:lnTo>
                <a:lnTo>
                  <a:pt x="34" y="6"/>
                </a:lnTo>
                <a:lnTo>
                  <a:pt x="33" y="5"/>
                </a:lnTo>
                <a:lnTo>
                  <a:pt x="31" y="3"/>
                </a:lnTo>
                <a:lnTo>
                  <a:pt x="30" y="2"/>
                </a:lnTo>
                <a:lnTo>
                  <a:pt x="28" y="2"/>
                </a:lnTo>
                <a:lnTo>
                  <a:pt x="26" y="1"/>
                </a:lnTo>
                <a:lnTo>
                  <a:pt x="24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6" y="0"/>
                </a:lnTo>
                <a:lnTo>
                  <a:pt x="14" y="1"/>
                </a:lnTo>
                <a:lnTo>
                  <a:pt x="12" y="2"/>
                </a:lnTo>
                <a:lnTo>
                  <a:pt x="11" y="2"/>
                </a:lnTo>
                <a:lnTo>
                  <a:pt x="9" y="3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3" y="9"/>
                </a:lnTo>
                <a:lnTo>
                  <a:pt x="2" y="11"/>
                </a:lnTo>
                <a:lnTo>
                  <a:pt x="2" y="12"/>
                </a:lnTo>
                <a:lnTo>
                  <a:pt x="1" y="14"/>
                </a:lnTo>
                <a:lnTo>
                  <a:pt x="0" y="16"/>
                </a:lnTo>
                <a:lnTo>
                  <a:pt x="0" y="18"/>
                </a:lnTo>
                <a:lnTo>
                  <a:pt x="0" y="20"/>
                </a:lnTo>
                <a:lnTo>
                  <a:pt x="0" y="22"/>
                </a:lnTo>
                <a:lnTo>
                  <a:pt x="0" y="24"/>
                </a:lnTo>
                <a:lnTo>
                  <a:pt x="1" y="26"/>
                </a:lnTo>
                <a:lnTo>
                  <a:pt x="2" y="28"/>
                </a:lnTo>
                <a:lnTo>
                  <a:pt x="2" y="30"/>
                </a:lnTo>
                <a:lnTo>
                  <a:pt x="3" y="31"/>
                </a:lnTo>
                <a:lnTo>
                  <a:pt x="5" y="33"/>
                </a:lnTo>
                <a:lnTo>
                  <a:pt x="6" y="34"/>
                </a:lnTo>
                <a:lnTo>
                  <a:pt x="7" y="36"/>
                </a:lnTo>
                <a:lnTo>
                  <a:pt x="9" y="37"/>
                </a:lnTo>
                <a:lnTo>
                  <a:pt x="11" y="38"/>
                </a:lnTo>
                <a:lnTo>
                  <a:pt x="12" y="39"/>
                </a:lnTo>
                <a:lnTo>
                  <a:pt x="14" y="39"/>
                </a:lnTo>
                <a:lnTo>
                  <a:pt x="16" y="40"/>
                </a:lnTo>
                <a:lnTo>
                  <a:pt x="18" y="40"/>
                </a:lnTo>
                <a:lnTo>
                  <a:pt x="20" y="40"/>
                </a:lnTo>
                <a:close/>
                <a:moveTo>
                  <a:pt x="20" y="13"/>
                </a:moveTo>
                <a:lnTo>
                  <a:pt x="21" y="13"/>
                </a:lnTo>
                <a:lnTo>
                  <a:pt x="22" y="14"/>
                </a:lnTo>
                <a:lnTo>
                  <a:pt x="22" y="14"/>
                </a:lnTo>
                <a:lnTo>
                  <a:pt x="23" y="14"/>
                </a:lnTo>
                <a:lnTo>
                  <a:pt x="23" y="14"/>
                </a:lnTo>
                <a:lnTo>
                  <a:pt x="24" y="15"/>
                </a:lnTo>
                <a:lnTo>
                  <a:pt x="24" y="15"/>
                </a:lnTo>
                <a:lnTo>
                  <a:pt x="25" y="15"/>
                </a:lnTo>
                <a:lnTo>
                  <a:pt x="25" y="16"/>
                </a:lnTo>
                <a:lnTo>
                  <a:pt x="26" y="16"/>
                </a:lnTo>
                <a:lnTo>
                  <a:pt x="26" y="17"/>
                </a:lnTo>
                <a:lnTo>
                  <a:pt x="26" y="18"/>
                </a:lnTo>
                <a:lnTo>
                  <a:pt x="27" y="18"/>
                </a:lnTo>
                <a:lnTo>
                  <a:pt x="27" y="19"/>
                </a:lnTo>
                <a:lnTo>
                  <a:pt x="27" y="19"/>
                </a:lnTo>
                <a:lnTo>
                  <a:pt x="27" y="20"/>
                </a:lnTo>
                <a:lnTo>
                  <a:pt x="27" y="21"/>
                </a:lnTo>
                <a:lnTo>
                  <a:pt x="27" y="22"/>
                </a:lnTo>
                <a:lnTo>
                  <a:pt x="27" y="22"/>
                </a:lnTo>
                <a:lnTo>
                  <a:pt x="26" y="23"/>
                </a:lnTo>
                <a:lnTo>
                  <a:pt x="26" y="23"/>
                </a:lnTo>
                <a:lnTo>
                  <a:pt x="26" y="24"/>
                </a:lnTo>
                <a:lnTo>
                  <a:pt x="25" y="24"/>
                </a:lnTo>
                <a:lnTo>
                  <a:pt x="25" y="25"/>
                </a:lnTo>
                <a:lnTo>
                  <a:pt x="24" y="25"/>
                </a:lnTo>
                <a:lnTo>
                  <a:pt x="24" y="26"/>
                </a:lnTo>
                <a:lnTo>
                  <a:pt x="23" y="26"/>
                </a:lnTo>
                <a:lnTo>
                  <a:pt x="23" y="26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0" y="27"/>
                </a:lnTo>
                <a:lnTo>
                  <a:pt x="19" y="27"/>
                </a:lnTo>
                <a:lnTo>
                  <a:pt x="19" y="27"/>
                </a:lnTo>
                <a:lnTo>
                  <a:pt x="18" y="27"/>
                </a:lnTo>
                <a:lnTo>
                  <a:pt x="18" y="26"/>
                </a:lnTo>
                <a:lnTo>
                  <a:pt x="17" y="26"/>
                </a:lnTo>
                <a:lnTo>
                  <a:pt x="16" y="26"/>
                </a:lnTo>
                <a:lnTo>
                  <a:pt x="16" y="25"/>
                </a:lnTo>
                <a:lnTo>
                  <a:pt x="15" y="25"/>
                </a:lnTo>
                <a:lnTo>
                  <a:pt x="15" y="24"/>
                </a:lnTo>
                <a:lnTo>
                  <a:pt x="15" y="24"/>
                </a:lnTo>
                <a:lnTo>
                  <a:pt x="14" y="23"/>
                </a:lnTo>
                <a:lnTo>
                  <a:pt x="14" y="23"/>
                </a:lnTo>
                <a:lnTo>
                  <a:pt x="14" y="22"/>
                </a:lnTo>
                <a:lnTo>
                  <a:pt x="14" y="22"/>
                </a:lnTo>
                <a:lnTo>
                  <a:pt x="13" y="21"/>
                </a:lnTo>
                <a:lnTo>
                  <a:pt x="13" y="20"/>
                </a:lnTo>
                <a:lnTo>
                  <a:pt x="13" y="19"/>
                </a:lnTo>
                <a:lnTo>
                  <a:pt x="14" y="19"/>
                </a:lnTo>
                <a:lnTo>
                  <a:pt x="14" y="18"/>
                </a:lnTo>
                <a:lnTo>
                  <a:pt x="14" y="18"/>
                </a:lnTo>
                <a:lnTo>
                  <a:pt x="14" y="17"/>
                </a:lnTo>
                <a:lnTo>
                  <a:pt x="15" y="16"/>
                </a:lnTo>
                <a:lnTo>
                  <a:pt x="15" y="16"/>
                </a:lnTo>
                <a:lnTo>
                  <a:pt x="15" y="15"/>
                </a:lnTo>
                <a:lnTo>
                  <a:pt x="16" y="15"/>
                </a:lnTo>
                <a:lnTo>
                  <a:pt x="16" y="15"/>
                </a:lnTo>
                <a:lnTo>
                  <a:pt x="17" y="14"/>
                </a:lnTo>
                <a:lnTo>
                  <a:pt x="18" y="14"/>
                </a:lnTo>
                <a:lnTo>
                  <a:pt x="18" y="14"/>
                </a:lnTo>
                <a:lnTo>
                  <a:pt x="19" y="14"/>
                </a:lnTo>
                <a:lnTo>
                  <a:pt x="19" y="13"/>
                </a:lnTo>
                <a:lnTo>
                  <a:pt x="20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1" name="Freeform 1031"/>
          <p:cNvSpPr/>
          <p:nvPr/>
        </p:nvSpPr>
        <p:spPr>
          <a:xfrm>
            <a:off x="13838920" y="249241"/>
            <a:ext cx="400050" cy="396869"/>
          </a:xfrm>
          <a:custGeom>
            <a:avLst/>
            <a:gdLst/>
            <a:ahLst/>
            <a:cxnLst/>
            <a:rect l="l" t="t" r="r" b="b"/>
            <a:pathLst>
              <a:path w="420" h="417">
                <a:moveTo>
                  <a:pt x="417" y="279"/>
                </a:moveTo>
                <a:lnTo>
                  <a:pt x="417" y="277"/>
                </a:lnTo>
                <a:lnTo>
                  <a:pt x="416" y="275"/>
                </a:lnTo>
                <a:lnTo>
                  <a:pt x="416" y="272"/>
                </a:lnTo>
                <a:lnTo>
                  <a:pt x="415" y="270"/>
                </a:lnTo>
                <a:lnTo>
                  <a:pt x="414" y="268"/>
                </a:lnTo>
                <a:lnTo>
                  <a:pt x="413" y="266"/>
                </a:lnTo>
                <a:lnTo>
                  <a:pt x="411" y="264"/>
                </a:lnTo>
                <a:lnTo>
                  <a:pt x="410" y="262"/>
                </a:lnTo>
                <a:lnTo>
                  <a:pt x="408" y="261"/>
                </a:lnTo>
                <a:lnTo>
                  <a:pt x="406" y="259"/>
                </a:lnTo>
                <a:lnTo>
                  <a:pt x="404" y="258"/>
                </a:lnTo>
                <a:lnTo>
                  <a:pt x="402" y="257"/>
                </a:lnTo>
                <a:lnTo>
                  <a:pt x="400" y="256"/>
                </a:lnTo>
                <a:lnTo>
                  <a:pt x="397" y="256"/>
                </a:lnTo>
                <a:lnTo>
                  <a:pt x="395" y="255"/>
                </a:lnTo>
                <a:lnTo>
                  <a:pt x="393" y="255"/>
                </a:lnTo>
                <a:lnTo>
                  <a:pt x="392" y="255"/>
                </a:lnTo>
                <a:lnTo>
                  <a:pt x="391" y="255"/>
                </a:lnTo>
                <a:lnTo>
                  <a:pt x="391" y="256"/>
                </a:lnTo>
                <a:lnTo>
                  <a:pt x="390" y="256"/>
                </a:lnTo>
                <a:lnTo>
                  <a:pt x="389" y="256"/>
                </a:lnTo>
                <a:lnTo>
                  <a:pt x="389" y="256"/>
                </a:lnTo>
                <a:lnTo>
                  <a:pt x="388" y="256"/>
                </a:lnTo>
                <a:lnTo>
                  <a:pt x="387" y="256"/>
                </a:lnTo>
                <a:lnTo>
                  <a:pt x="387" y="257"/>
                </a:lnTo>
                <a:lnTo>
                  <a:pt x="386" y="257"/>
                </a:lnTo>
                <a:lnTo>
                  <a:pt x="386" y="257"/>
                </a:lnTo>
                <a:lnTo>
                  <a:pt x="385" y="258"/>
                </a:lnTo>
                <a:lnTo>
                  <a:pt x="385" y="258"/>
                </a:lnTo>
                <a:lnTo>
                  <a:pt x="384" y="258"/>
                </a:lnTo>
                <a:lnTo>
                  <a:pt x="384" y="259"/>
                </a:lnTo>
                <a:lnTo>
                  <a:pt x="383" y="259"/>
                </a:lnTo>
                <a:lnTo>
                  <a:pt x="368" y="274"/>
                </a:lnTo>
                <a:lnTo>
                  <a:pt x="356" y="264"/>
                </a:lnTo>
                <a:lnTo>
                  <a:pt x="355" y="263"/>
                </a:lnTo>
                <a:lnTo>
                  <a:pt x="354" y="263"/>
                </a:lnTo>
                <a:lnTo>
                  <a:pt x="353" y="262"/>
                </a:lnTo>
                <a:lnTo>
                  <a:pt x="352" y="262"/>
                </a:lnTo>
                <a:lnTo>
                  <a:pt x="352" y="261"/>
                </a:lnTo>
                <a:lnTo>
                  <a:pt x="351" y="260"/>
                </a:lnTo>
                <a:lnTo>
                  <a:pt x="350" y="260"/>
                </a:lnTo>
                <a:lnTo>
                  <a:pt x="349" y="260"/>
                </a:lnTo>
                <a:lnTo>
                  <a:pt x="348" y="259"/>
                </a:lnTo>
                <a:lnTo>
                  <a:pt x="347" y="259"/>
                </a:lnTo>
                <a:lnTo>
                  <a:pt x="346" y="258"/>
                </a:lnTo>
                <a:lnTo>
                  <a:pt x="345" y="258"/>
                </a:lnTo>
                <a:lnTo>
                  <a:pt x="344" y="257"/>
                </a:lnTo>
                <a:lnTo>
                  <a:pt x="343" y="257"/>
                </a:lnTo>
                <a:lnTo>
                  <a:pt x="342" y="257"/>
                </a:lnTo>
                <a:lnTo>
                  <a:pt x="341" y="257"/>
                </a:lnTo>
                <a:lnTo>
                  <a:pt x="342" y="254"/>
                </a:lnTo>
                <a:lnTo>
                  <a:pt x="343" y="251"/>
                </a:lnTo>
                <a:lnTo>
                  <a:pt x="344" y="248"/>
                </a:lnTo>
                <a:lnTo>
                  <a:pt x="345" y="245"/>
                </a:lnTo>
                <a:lnTo>
                  <a:pt x="345" y="242"/>
                </a:lnTo>
                <a:lnTo>
                  <a:pt x="346" y="239"/>
                </a:lnTo>
                <a:lnTo>
                  <a:pt x="347" y="236"/>
                </a:lnTo>
                <a:lnTo>
                  <a:pt x="347" y="233"/>
                </a:lnTo>
                <a:lnTo>
                  <a:pt x="348" y="230"/>
                </a:lnTo>
                <a:lnTo>
                  <a:pt x="348" y="227"/>
                </a:lnTo>
                <a:lnTo>
                  <a:pt x="349" y="224"/>
                </a:lnTo>
                <a:lnTo>
                  <a:pt x="349" y="221"/>
                </a:lnTo>
                <a:lnTo>
                  <a:pt x="349" y="218"/>
                </a:lnTo>
                <a:lnTo>
                  <a:pt x="349" y="215"/>
                </a:lnTo>
                <a:lnTo>
                  <a:pt x="349" y="211"/>
                </a:lnTo>
                <a:lnTo>
                  <a:pt x="349" y="208"/>
                </a:lnTo>
                <a:lnTo>
                  <a:pt x="349" y="206"/>
                </a:lnTo>
                <a:lnTo>
                  <a:pt x="349" y="203"/>
                </a:lnTo>
                <a:lnTo>
                  <a:pt x="349" y="201"/>
                </a:lnTo>
                <a:lnTo>
                  <a:pt x="349" y="198"/>
                </a:lnTo>
                <a:lnTo>
                  <a:pt x="349" y="196"/>
                </a:lnTo>
                <a:lnTo>
                  <a:pt x="349" y="193"/>
                </a:lnTo>
                <a:lnTo>
                  <a:pt x="348" y="191"/>
                </a:lnTo>
                <a:lnTo>
                  <a:pt x="348" y="188"/>
                </a:lnTo>
                <a:lnTo>
                  <a:pt x="348" y="186"/>
                </a:lnTo>
                <a:lnTo>
                  <a:pt x="347" y="184"/>
                </a:lnTo>
                <a:lnTo>
                  <a:pt x="347" y="181"/>
                </a:lnTo>
                <a:lnTo>
                  <a:pt x="346" y="179"/>
                </a:lnTo>
                <a:lnTo>
                  <a:pt x="346" y="176"/>
                </a:lnTo>
                <a:lnTo>
                  <a:pt x="345" y="174"/>
                </a:lnTo>
                <a:lnTo>
                  <a:pt x="345" y="172"/>
                </a:lnTo>
                <a:lnTo>
                  <a:pt x="344" y="169"/>
                </a:lnTo>
                <a:lnTo>
                  <a:pt x="345" y="169"/>
                </a:lnTo>
                <a:lnTo>
                  <a:pt x="346" y="168"/>
                </a:lnTo>
                <a:lnTo>
                  <a:pt x="346" y="168"/>
                </a:lnTo>
                <a:lnTo>
                  <a:pt x="347" y="168"/>
                </a:lnTo>
                <a:lnTo>
                  <a:pt x="348" y="167"/>
                </a:lnTo>
                <a:lnTo>
                  <a:pt x="349" y="167"/>
                </a:lnTo>
                <a:lnTo>
                  <a:pt x="350" y="167"/>
                </a:lnTo>
                <a:lnTo>
                  <a:pt x="350" y="166"/>
                </a:lnTo>
                <a:lnTo>
                  <a:pt x="351" y="166"/>
                </a:lnTo>
                <a:lnTo>
                  <a:pt x="352" y="165"/>
                </a:lnTo>
                <a:lnTo>
                  <a:pt x="353" y="165"/>
                </a:lnTo>
                <a:lnTo>
                  <a:pt x="353" y="164"/>
                </a:lnTo>
                <a:lnTo>
                  <a:pt x="354" y="164"/>
                </a:lnTo>
                <a:lnTo>
                  <a:pt x="355" y="163"/>
                </a:lnTo>
                <a:lnTo>
                  <a:pt x="356" y="163"/>
                </a:lnTo>
                <a:lnTo>
                  <a:pt x="357" y="162"/>
                </a:lnTo>
                <a:lnTo>
                  <a:pt x="368" y="155"/>
                </a:lnTo>
                <a:lnTo>
                  <a:pt x="327" y="122"/>
                </a:lnTo>
                <a:lnTo>
                  <a:pt x="420" y="48"/>
                </a:lnTo>
                <a:lnTo>
                  <a:pt x="412" y="40"/>
                </a:lnTo>
                <a:lnTo>
                  <a:pt x="407" y="35"/>
                </a:lnTo>
                <a:lnTo>
                  <a:pt x="402" y="31"/>
                </a:lnTo>
                <a:lnTo>
                  <a:pt x="397" y="27"/>
                </a:lnTo>
                <a:lnTo>
                  <a:pt x="392" y="23"/>
                </a:lnTo>
                <a:lnTo>
                  <a:pt x="386" y="19"/>
                </a:lnTo>
                <a:lnTo>
                  <a:pt x="380" y="16"/>
                </a:lnTo>
                <a:lnTo>
                  <a:pt x="374" y="13"/>
                </a:lnTo>
                <a:lnTo>
                  <a:pt x="368" y="10"/>
                </a:lnTo>
                <a:lnTo>
                  <a:pt x="362" y="8"/>
                </a:lnTo>
                <a:lnTo>
                  <a:pt x="356" y="6"/>
                </a:lnTo>
                <a:lnTo>
                  <a:pt x="349" y="4"/>
                </a:lnTo>
                <a:lnTo>
                  <a:pt x="343" y="3"/>
                </a:lnTo>
                <a:lnTo>
                  <a:pt x="336" y="1"/>
                </a:lnTo>
                <a:lnTo>
                  <a:pt x="329" y="1"/>
                </a:lnTo>
                <a:lnTo>
                  <a:pt x="323" y="0"/>
                </a:lnTo>
                <a:lnTo>
                  <a:pt x="316" y="0"/>
                </a:lnTo>
                <a:lnTo>
                  <a:pt x="309" y="0"/>
                </a:lnTo>
                <a:lnTo>
                  <a:pt x="302" y="1"/>
                </a:lnTo>
                <a:lnTo>
                  <a:pt x="296" y="1"/>
                </a:lnTo>
                <a:lnTo>
                  <a:pt x="289" y="3"/>
                </a:lnTo>
                <a:lnTo>
                  <a:pt x="282" y="4"/>
                </a:lnTo>
                <a:lnTo>
                  <a:pt x="276" y="6"/>
                </a:lnTo>
                <a:lnTo>
                  <a:pt x="270" y="8"/>
                </a:lnTo>
                <a:lnTo>
                  <a:pt x="264" y="10"/>
                </a:lnTo>
                <a:lnTo>
                  <a:pt x="258" y="13"/>
                </a:lnTo>
                <a:lnTo>
                  <a:pt x="252" y="16"/>
                </a:lnTo>
                <a:lnTo>
                  <a:pt x="246" y="19"/>
                </a:lnTo>
                <a:lnTo>
                  <a:pt x="240" y="23"/>
                </a:lnTo>
                <a:lnTo>
                  <a:pt x="235" y="27"/>
                </a:lnTo>
                <a:lnTo>
                  <a:pt x="229" y="31"/>
                </a:lnTo>
                <a:lnTo>
                  <a:pt x="224" y="35"/>
                </a:lnTo>
                <a:lnTo>
                  <a:pt x="219" y="40"/>
                </a:lnTo>
                <a:lnTo>
                  <a:pt x="212" y="48"/>
                </a:lnTo>
                <a:lnTo>
                  <a:pt x="241" y="71"/>
                </a:lnTo>
                <a:lnTo>
                  <a:pt x="239" y="71"/>
                </a:lnTo>
                <a:lnTo>
                  <a:pt x="237" y="70"/>
                </a:lnTo>
                <a:lnTo>
                  <a:pt x="235" y="70"/>
                </a:lnTo>
                <a:lnTo>
                  <a:pt x="233" y="69"/>
                </a:lnTo>
                <a:lnTo>
                  <a:pt x="231" y="69"/>
                </a:lnTo>
                <a:lnTo>
                  <a:pt x="229" y="69"/>
                </a:lnTo>
                <a:lnTo>
                  <a:pt x="227" y="68"/>
                </a:lnTo>
                <a:lnTo>
                  <a:pt x="225" y="68"/>
                </a:lnTo>
                <a:lnTo>
                  <a:pt x="223" y="68"/>
                </a:lnTo>
                <a:lnTo>
                  <a:pt x="221" y="68"/>
                </a:lnTo>
                <a:lnTo>
                  <a:pt x="219" y="68"/>
                </a:lnTo>
                <a:lnTo>
                  <a:pt x="217" y="67"/>
                </a:lnTo>
                <a:lnTo>
                  <a:pt x="215" y="67"/>
                </a:lnTo>
                <a:lnTo>
                  <a:pt x="212" y="67"/>
                </a:lnTo>
                <a:lnTo>
                  <a:pt x="210" y="67"/>
                </a:lnTo>
                <a:lnTo>
                  <a:pt x="208" y="67"/>
                </a:lnTo>
                <a:lnTo>
                  <a:pt x="204" y="67"/>
                </a:lnTo>
                <a:lnTo>
                  <a:pt x="200" y="67"/>
                </a:lnTo>
                <a:lnTo>
                  <a:pt x="197" y="68"/>
                </a:lnTo>
                <a:lnTo>
                  <a:pt x="193" y="68"/>
                </a:lnTo>
                <a:lnTo>
                  <a:pt x="189" y="69"/>
                </a:lnTo>
                <a:lnTo>
                  <a:pt x="185" y="69"/>
                </a:lnTo>
                <a:lnTo>
                  <a:pt x="181" y="70"/>
                </a:lnTo>
                <a:lnTo>
                  <a:pt x="177" y="71"/>
                </a:lnTo>
                <a:lnTo>
                  <a:pt x="173" y="72"/>
                </a:lnTo>
                <a:lnTo>
                  <a:pt x="170" y="73"/>
                </a:lnTo>
                <a:lnTo>
                  <a:pt x="166" y="74"/>
                </a:lnTo>
                <a:lnTo>
                  <a:pt x="162" y="75"/>
                </a:lnTo>
                <a:lnTo>
                  <a:pt x="159" y="76"/>
                </a:lnTo>
                <a:lnTo>
                  <a:pt x="155" y="78"/>
                </a:lnTo>
                <a:lnTo>
                  <a:pt x="151" y="79"/>
                </a:lnTo>
                <a:lnTo>
                  <a:pt x="148" y="81"/>
                </a:lnTo>
                <a:lnTo>
                  <a:pt x="148" y="13"/>
                </a:lnTo>
                <a:lnTo>
                  <a:pt x="148" y="12"/>
                </a:lnTo>
                <a:lnTo>
                  <a:pt x="148" y="11"/>
                </a:lnTo>
                <a:lnTo>
                  <a:pt x="147" y="9"/>
                </a:lnTo>
                <a:lnTo>
                  <a:pt x="147" y="8"/>
                </a:lnTo>
                <a:lnTo>
                  <a:pt x="146" y="7"/>
                </a:lnTo>
                <a:lnTo>
                  <a:pt x="146" y="6"/>
                </a:lnTo>
                <a:lnTo>
                  <a:pt x="145" y="5"/>
                </a:lnTo>
                <a:lnTo>
                  <a:pt x="144" y="4"/>
                </a:lnTo>
                <a:lnTo>
                  <a:pt x="143" y="3"/>
                </a:lnTo>
                <a:lnTo>
                  <a:pt x="142" y="2"/>
                </a:lnTo>
                <a:lnTo>
                  <a:pt x="141" y="2"/>
                </a:lnTo>
                <a:lnTo>
                  <a:pt x="140" y="1"/>
                </a:lnTo>
                <a:lnTo>
                  <a:pt x="138" y="1"/>
                </a:lnTo>
                <a:lnTo>
                  <a:pt x="137" y="0"/>
                </a:lnTo>
                <a:lnTo>
                  <a:pt x="136" y="0"/>
                </a:lnTo>
                <a:lnTo>
                  <a:pt x="134" y="0"/>
                </a:lnTo>
                <a:lnTo>
                  <a:pt x="13" y="0"/>
                </a:lnTo>
                <a:lnTo>
                  <a:pt x="12" y="0"/>
                </a:lnTo>
                <a:lnTo>
                  <a:pt x="11" y="0"/>
                </a:lnTo>
                <a:lnTo>
                  <a:pt x="9" y="1"/>
                </a:lnTo>
                <a:lnTo>
                  <a:pt x="8" y="1"/>
                </a:lnTo>
                <a:lnTo>
                  <a:pt x="7" y="2"/>
                </a:lnTo>
                <a:lnTo>
                  <a:pt x="6" y="2"/>
                </a:lnTo>
                <a:lnTo>
                  <a:pt x="5" y="3"/>
                </a:lnTo>
                <a:lnTo>
                  <a:pt x="4" y="4"/>
                </a:lnTo>
                <a:lnTo>
                  <a:pt x="3" y="5"/>
                </a:lnTo>
                <a:lnTo>
                  <a:pt x="2" y="6"/>
                </a:lnTo>
                <a:lnTo>
                  <a:pt x="2" y="7"/>
                </a:lnTo>
                <a:lnTo>
                  <a:pt x="1" y="8"/>
                </a:lnTo>
                <a:lnTo>
                  <a:pt x="1" y="9"/>
                </a:lnTo>
                <a:lnTo>
                  <a:pt x="0" y="11"/>
                </a:lnTo>
                <a:lnTo>
                  <a:pt x="0" y="12"/>
                </a:lnTo>
                <a:lnTo>
                  <a:pt x="0" y="13"/>
                </a:lnTo>
                <a:lnTo>
                  <a:pt x="0" y="97"/>
                </a:lnTo>
                <a:lnTo>
                  <a:pt x="0" y="103"/>
                </a:lnTo>
                <a:lnTo>
                  <a:pt x="1" y="108"/>
                </a:lnTo>
                <a:lnTo>
                  <a:pt x="2" y="114"/>
                </a:lnTo>
                <a:lnTo>
                  <a:pt x="3" y="119"/>
                </a:lnTo>
                <a:lnTo>
                  <a:pt x="5" y="124"/>
                </a:lnTo>
                <a:lnTo>
                  <a:pt x="7" y="129"/>
                </a:lnTo>
                <a:lnTo>
                  <a:pt x="9" y="133"/>
                </a:lnTo>
                <a:lnTo>
                  <a:pt x="12" y="138"/>
                </a:lnTo>
                <a:lnTo>
                  <a:pt x="15" y="142"/>
                </a:lnTo>
                <a:lnTo>
                  <a:pt x="18" y="146"/>
                </a:lnTo>
                <a:lnTo>
                  <a:pt x="22" y="150"/>
                </a:lnTo>
                <a:lnTo>
                  <a:pt x="26" y="154"/>
                </a:lnTo>
                <a:lnTo>
                  <a:pt x="30" y="157"/>
                </a:lnTo>
                <a:lnTo>
                  <a:pt x="34" y="160"/>
                </a:lnTo>
                <a:lnTo>
                  <a:pt x="39" y="163"/>
                </a:lnTo>
                <a:lnTo>
                  <a:pt x="44" y="165"/>
                </a:lnTo>
                <a:lnTo>
                  <a:pt x="58" y="171"/>
                </a:lnTo>
                <a:lnTo>
                  <a:pt x="59" y="172"/>
                </a:lnTo>
                <a:lnTo>
                  <a:pt x="60" y="172"/>
                </a:lnTo>
                <a:lnTo>
                  <a:pt x="61" y="172"/>
                </a:lnTo>
                <a:lnTo>
                  <a:pt x="61" y="173"/>
                </a:lnTo>
                <a:lnTo>
                  <a:pt x="62" y="173"/>
                </a:lnTo>
                <a:lnTo>
                  <a:pt x="63" y="173"/>
                </a:lnTo>
                <a:lnTo>
                  <a:pt x="64" y="173"/>
                </a:lnTo>
                <a:lnTo>
                  <a:pt x="65" y="174"/>
                </a:lnTo>
                <a:lnTo>
                  <a:pt x="65" y="174"/>
                </a:lnTo>
                <a:lnTo>
                  <a:pt x="66" y="174"/>
                </a:lnTo>
                <a:lnTo>
                  <a:pt x="67" y="174"/>
                </a:lnTo>
                <a:lnTo>
                  <a:pt x="68" y="174"/>
                </a:lnTo>
                <a:lnTo>
                  <a:pt x="69" y="174"/>
                </a:lnTo>
                <a:lnTo>
                  <a:pt x="70" y="174"/>
                </a:lnTo>
                <a:lnTo>
                  <a:pt x="70" y="175"/>
                </a:lnTo>
                <a:lnTo>
                  <a:pt x="71" y="175"/>
                </a:lnTo>
                <a:lnTo>
                  <a:pt x="71" y="177"/>
                </a:lnTo>
                <a:lnTo>
                  <a:pt x="70" y="179"/>
                </a:lnTo>
                <a:lnTo>
                  <a:pt x="70" y="181"/>
                </a:lnTo>
                <a:lnTo>
                  <a:pt x="69" y="183"/>
                </a:lnTo>
                <a:lnTo>
                  <a:pt x="69" y="185"/>
                </a:lnTo>
                <a:lnTo>
                  <a:pt x="69" y="187"/>
                </a:lnTo>
                <a:lnTo>
                  <a:pt x="68" y="189"/>
                </a:lnTo>
                <a:lnTo>
                  <a:pt x="68" y="191"/>
                </a:lnTo>
                <a:lnTo>
                  <a:pt x="68" y="193"/>
                </a:lnTo>
                <a:lnTo>
                  <a:pt x="68" y="196"/>
                </a:lnTo>
                <a:lnTo>
                  <a:pt x="68" y="198"/>
                </a:lnTo>
                <a:lnTo>
                  <a:pt x="67" y="200"/>
                </a:lnTo>
                <a:lnTo>
                  <a:pt x="67" y="202"/>
                </a:lnTo>
                <a:lnTo>
                  <a:pt x="67" y="204"/>
                </a:lnTo>
                <a:lnTo>
                  <a:pt x="67" y="206"/>
                </a:lnTo>
                <a:lnTo>
                  <a:pt x="67" y="208"/>
                </a:lnTo>
                <a:lnTo>
                  <a:pt x="67" y="211"/>
                </a:lnTo>
                <a:lnTo>
                  <a:pt x="67" y="213"/>
                </a:lnTo>
                <a:lnTo>
                  <a:pt x="67" y="216"/>
                </a:lnTo>
                <a:lnTo>
                  <a:pt x="68" y="218"/>
                </a:lnTo>
                <a:lnTo>
                  <a:pt x="68" y="221"/>
                </a:lnTo>
                <a:lnTo>
                  <a:pt x="68" y="223"/>
                </a:lnTo>
                <a:lnTo>
                  <a:pt x="68" y="225"/>
                </a:lnTo>
                <a:lnTo>
                  <a:pt x="69" y="228"/>
                </a:lnTo>
                <a:lnTo>
                  <a:pt x="69" y="230"/>
                </a:lnTo>
                <a:lnTo>
                  <a:pt x="69" y="233"/>
                </a:lnTo>
                <a:lnTo>
                  <a:pt x="70" y="235"/>
                </a:lnTo>
                <a:lnTo>
                  <a:pt x="70" y="238"/>
                </a:lnTo>
                <a:lnTo>
                  <a:pt x="71" y="240"/>
                </a:lnTo>
                <a:lnTo>
                  <a:pt x="71" y="242"/>
                </a:lnTo>
                <a:lnTo>
                  <a:pt x="72" y="245"/>
                </a:lnTo>
                <a:lnTo>
                  <a:pt x="73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8"/>
                </a:lnTo>
                <a:lnTo>
                  <a:pt x="72" y="248"/>
                </a:lnTo>
                <a:lnTo>
                  <a:pt x="72" y="248"/>
                </a:lnTo>
                <a:lnTo>
                  <a:pt x="72" y="248"/>
                </a:lnTo>
                <a:lnTo>
                  <a:pt x="72" y="248"/>
                </a:lnTo>
                <a:lnTo>
                  <a:pt x="71" y="248"/>
                </a:lnTo>
                <a:lnTo>
                  <a:pt x="71" y="248"/>
                </a:lnTo>
                <a:lnTo>
                  <a:pt x="71" y="248"/>
                </a:lnTo>
                <a:lnTo>
                  <a:pt x="71" y="248"/>
                </a:lnTo>
                <a:lnTo>
                  <a:pt x="71" y="248"/>
                </a:lnTo>
                <a:lnTo>
                  <a:pt x="5" y="308"/>
                </a:lnTo>
                <a:lnTo>
                  <a:pt x="5" y="309"/>
                </a:lnTo>
                <a:lnTo>
                  <a:pt x="4" y="309"/>
                </a:lnTo>
                <a:lnTo>
                  <a:pt x="4" y="310"/>
                </a:lnTo>
                <a:lnTo>
                  <a:pt x="3" y="311"/>
                </a:lnTo>
                <a:lnTo>
                  <a:pt x="3" y="311"/>
                </a:lnTo>
                <a:lnTo>
                  <a:pt x="2" y="312"/>
                </a:lnTo>
                <a:lnTo>
                  <a:pt x="2" y="313"/>
                </a:lnTo>
                <a:lnTo>
                  <a:pt x="1" y="313"/>
                </a:lnTo>
                <a:lnTo>
                  <a:pt x="1" y="314"/>
                </a:lnTo>
                <a:lnTo>
                  <a:pt x="1" y="315"/>
                </a:lnTo>
                <a:lnTo>
                  <a:pt x="1" y="316"/>
                </a:lnTo>
                <a:lnTo>
                  <a:pt x="0" y="317"/>
                </a:lnTo>
                <a:lnTo>
                  <a:pt x="0" y="317"/>
                </a:lnTo>
                <a:lnTo>
                  <a:pt x="0" y="318"/>
                </a:lnTo>
                <a:lnTo>
                  <a:pt x="0" y="319"/>
                </a:lnTo>
                <a:lnTo>
                  <a:pt x="0" y="320"/>
                </a:lnTo>
                <a:lnTo>
                  <a:pt x="0" y="321"/>
                </a:lnTo>
                <a:lnTo>
                  <a:pt x="0" y="323"/>
                </a:lnTo>
                <a:lnTo>
                  <a:pt x="1" y="324"/>
                </a:lnTo>
                <a:lnTo>
                  <a:pt x="1" y="326"/>
                </a:lnTo>
                <a:lnTo>
                  <a:pt x="2" y="327"/>
                </a:lnTo>
                <a:lnTo>
                  <a:pt x="2" y="328"/>
                </a:lnTo>
                <a:lnTo>
                  <a:pt x="3" y="329"/>
                </a:lnTo>
                <a:lnTo>
                  <a:pt x="4" y="330"/>
                </a:lnTo>
                <a:lnTo>
                  <a:pt x="5" y="331"/>
                </a:lnTo>
                <a:lnTo>
                  <a:pt x="6" y="332"/>
                </a:lnTo>
                <a:lnTo>
                  <a:pt x="7" y="333"/>
                </a:lnTo>
                <a:lnTo>
                  <a:pt x="8" y="334"/>
                </a:lnTo>
                <a:lnTo>
                  <a:pt x="9" y="335"/>
                </a:lnTo>
                <a:lnTo>
                  <a:pt x="11" y="335"/>
                </a:lnTo>
                <a:lnTo>
                  <a:pt x="12" y="335"/>
                </a:lnTo>
                <a:lnTo>
                  <a:pt x="13" y="336"/>
                </a:lnTo>
                <a:lnTo>
                  <a:pt x="13" y="376"/>
                </a:lnTo>
                <a:lnTo>
                  <a:pt x="12" y="376"/>
                </a:lnTo>
                <a:lnTo>
                  <a:pt x="11" y="377"/>
                </a:lnTo>
                <a:lnTo>
                  <a:pt x="9" y="377"/>
                </a:lnTo>
                <a:lnTo>
                  <a:pt x="8" y="377"/>
                </a:lnTo>
                <a:lnTo>
                  <a:pt x="7" y="378"/>
                </a:lnTo>
                <a:lnTo>
                  <a:pt x="6" y="379"/>
                </a:lnTo>
                <a:lnTo>
                  <a:pt x="5" y="379"/>
                </a:lnTo>
                <a:lnTo>
                  <a:pt x="4" y="380"/>
                </a:lnTo>
                <a:lnTo>
                  <a:pt x="3" y="381"/>
                </a:lnTo>
                <a:lnTo>
                  <a:pt x="2" y="382"/>
                </a:lnTo>
                <a:lnTo>
                  <a:pt x="2" y="383"/>
                </a:lnTo>
                <a:lnTo>
                  <a:pt x="1" y="385"/>
                </a:lnTo>
                <a:lnTo>
                  <a:pt x="1" y="386"/>
                </a:lnTo>
                <a:lnTo>
                  <a:pt x="0" y="387"/>
                </a:lnTo>
                <a:lnTo>
                  <a:pt x="0" y="388"/>
                </a:lnTo>
                <a:lnTo>
                  <a:pt x="0" y="390"/>
                </a:lnTo>
                <a:lnTo>
                  <a:pt x="0" y="403"/>
                </a:lnTo>
                <a:lnTo>
                  <a:pt x="0" y="405"/>
                </a:lnTo>
                <a:lnTo>
                  <a:pt x="0" y="406"/>
                </a:lnTo>
                <a:lnTo>
                  <a:pt x="1" y="407"/>
                </a:lnTo>
                <a:lnTo>
                  <a:pt x="1" y="408"/>
                </a:lnTo>
                <a:lnTo>
                  <a:pt x="2" y="410"/>
                </a:lnTo>
                <a:lnTo>
                  <a:pt x="2" y="411"/>
                </a:lnTo>
                <a:lnTo>
                  <a:pt x="3" y="412"/>
                </a:lnTo>
                <a:lnTo>
                  <a:pt x="4" y="413"/>
                </a:lnTo>
                <a:lnTo>
                  <a:pt x="5" y="414"/>
                </a:lnTo>
                <a:lnTo>
                  <a:pt x="6" y="414"/>
                </a:lnTo>
                <a:lnTo>
                  <a:pt x="7" y="415"/>
                </a:lnTo>
                <a:lnTo>
                  <a:pt x="8" y="416"/>
                </a:lnTo>
                <a:lnTo>
                  <a:pt x="9" y="416"/>
                </a:lnTo>
                <a:lnTo>
                  <a:pt x="11" y="416"/>
                </a:lnTo>
                <a:lnTo>
                  <a:pt x="12" y="417"/>
                </a:lnTo>
                <a:lnTo>
                  <a:pt x="13" y="417"/>
                </a:lnTo>
                <a:lnTo>
                  <a:pt x="161" y="417"/>
                </a:lnTo>
                <a:lnTo>
                  <a:pt x="163" y="417"/>
                </a:lnTo>
                <a:lnTo>
                  <a:pt x="164" y="416"/>
                </a:lnTo>
                <a:lnTo>
                  <a:pt x="165" y="416"/>
                </a:lnTo>
                <a:lnTo>
                  <a:pt x="167" y="416"/>
                </a:lnTo>
                <a:lnTo>
                  <a:pt x="168" y="415"/>
                </a:lnTo>
                <a:lnTo>
                  <a:pt x="169" y="414"/>
                </a:lnTo>
                <a:lnTo>
                  <a:pt x="170" y="414"/>
                </a:lnTo>
                <a:lnTo>
                  <a:pt x="171" y="413"/>
                </a:lnTo>
                <a:lnTo>
                  <a:pt x="172" y="412"/>
                </a:lnTo>
                <a:lnTo>
                  <a:pt x="172" y="411"/>
                </a:lnTo>
                <a:lnTo>
                  <a:pt x="173" y="410"/>
                </a:lnTo>
                <a:lnTo>
                  <a:pt x="174" y="408"/>
                </a:lnTo>
                <a:lnTo>
                  <a:pt x="174" y="407"/>
                </a:lnTo>
                <a:lnTo>
                  <a:pt x="174" y="406"/>
                </a:lnTo>
                <a:lnTo>
                  <a:pt x="175" y="405"/>
                </a:lnTo>
                <a:lnTo>
                  <a:pt x="175" y="403"/>
                </a:lnTo>
                <a:lnTo>
                  <a:pt x="175" y="390"/>
                </a:lnTo>
                <a:lnTo>
                  <a:pt x="175" y="388"/>
                </a:lnTo>
                <a:lnTo>
                  <a:pt x="174" y="387"/>
                </a:lnTo>
                <a:lnTo>
                  <a:pt x="174" y="386"/>
                </a:lnTo>
                <a:lnTo>
                  <a:pt x="174" y="385"/>
                </a:lnTo>
                <a:lnTo>
                  <a:pt x="173" y="383"/>
                </a:lnTo>
                <a:lnTo>
                  <a:pt x="172" y="382"/>
                </a:lnTo>
                <a:lnTo>
                  <a:pt x="172" y="381"/>
                </a:lnTo>
                <a:lnTo>
                  <a:pt x="171" y="380"/>
                </a:lnTo>
                <a:lnTo>
                  <a:pt x="170" y="379"/>
                </a:lnTo>
                <a:lnTo>
                  <a:pt x="169" y="379"/>
                </a:lnTo>
                <a:lnTo>
                  <a:pt x="168" y="378"/>
                </a:lnTo>
                <a:lnTo>
                  <a:pt x="167" y="377"/>
                </a:lnTo>
                <a:lnTo>
                  <a:pt x="165" y="377"/>
                </a:lnTo>
                <a:lnTo>
                  <a:pt x="164" y="377"/>
                </a:lnTo>
                <a:lnTo>
                  <a:pt x="163" y="376"/>
                </a:lnTo>
                <a:lnTo>
                  <a:pt x="161" y="376"/>
                </a:lnTo>
                <a:lnTo>
                  <a:pt x="161" y="341"/>
                </a:lnTo>
                <a:lnTo>
                  <a:pt x="164" y="342"/>
                </a:lnTo>
                <a:lnTo>
                  <a:pt x="167" y="343"/>
                </a:lnTo>
                <a:lnTo>
                  <a:pt x="170" y="344"/>
                </a:lnTo>
                <a:lnTo>
                  <a:pt x="173" y="345"/>
                </a:lnTo>
                <a:lnTo>
                  <a:pt x="176" y="346"/>
                </a:lnTo>
                <a:lnTo>
                  <a:pt x="179" y="346"/>
                </a:lnTo>
                <a:lnTo>
                  <a:pt x="181" y="347"/>
                </a:lnTo>
                <a:lnTo>
                  <a:pt x="184" y="347"/>
                </a:lnTo>
                <a:lnTo>
                  <a:pt x="187" y="348"/>
                </a:lnTo>
                <a:lnTo>
                  <a:pt x="190" y="348"/>
                </a:lnTo>
                <a:lnTo>
                  <a:pt x="193" y="349"/>
                </a:lnTo>
                <a:lnTo>
                  <a:pt x="196" y="349"/>
                </a:lnTo>
                <a:lnTo>
                  <a:pt x="199" y="349"/>
                </a:lnTo>
                <a:lnTo>
                  <a:pt x="202" y="349"/>
                </a:lnTo>
                <a:lnTo>
                  <a:pt x="205" y="349"/>
                </a:lnTo>
                <a:lnTo>
                  <a:pt x="208" y="349"/>
                </a:lnTo>
                <a:lnTo>
                  <a:pt x="211" y="349"/>
                </a:lnTo>
                <a:lnTo>
                  <a:pt x="215" y="349"/>
                </a:lnTo>
                <a:lnTo>
                  <a:pt x="218" y="349"/>
                </a:lnTo>
                <a:lnTo>
                  <a:pt x="221" y="349"/>
                </a:lnTo>
                <a:lnTo>
                  <a:pt x="224" y="349"/>
                </a:lnTo>
                <a:lnTo>
                  <a:pt x="227" y="348"/>
                </a:lnTo>
                <a:lnTo>
                  <a:pt x="230" y="348"/>
                </a:lnTo>
                <a:lnTo>
                  <a:pt x="233" y="347"/>
                </a:lnTo>
                <a:lnTo>
                  <a:pt x="236" y="347"/>
                </a:lnTo>
                <a:lnTo>
                  <a:pt x="239" y="346"/>
                </a:lnTo>
                <a:lnTo>
                  <a:pt x="242" y="345"/>
                </a:lnTo>
                <a:lnTo>
                  <a:pt x="245" y="345"/>
                </a:lnTo>
                <a:lnTo>
                  <a:pt x="248" y="344"/>
                </a:lnTo>
                <a:lnTo>
                  <a:pt x="251" y="343"/>
                </a:lnTo>
                <a:lnTo>
                  <a:pt x="254" y="342"/>
                </a:lnTo>
                <a:lnTo>
                  <a:pt x="257" y="341"/>
                </a:lnTo>
                <a:lnTo>
                  <a:pt x="257" y="342"/>
                </a:lnTo>
                <a:lnTo>
                  <a:pt x="257" y="343"/>
                </a:lnTo>
                <a:lnTo>
                  <a:pt x="257" y="344"/>
                </a:lnTo>
                <a:lnTo>
                  <a:pt x="258" y="345"/>
                </a:lnTo>
                <a:lnTo>
                  <a:pt x="258" y="346"/>
                </a:lnTo>
                <a:lnTo>
                  <a:pt x="259" y="347"/>
                </a:lnTo>
                <a:lnTo>
                  <a:pt x="259" y="348"/>
                </a:lnTo>
                <a:lnTo>
                  <a:pt x="259" y="349"/>
                </a:lnTo>
                <a:lnTo>
                  <a:pt x="260" y="350"/>
                </a:lnTo>
                <a:lnTo>
                  <a:pt x="260" y="351"/>
                </a:lnTo>
                <a:lnTo>
                  <a:pt x="261" y="352"/>
                </a:lnTo>
                <a:lnTo>
                  <a:pt x="262" y="352"/>
                </a:lnTo>
                <a:lnTo>
                  <a:pt x="262" y="353"/>
                </a:lnTo>
                <a:lnTo>
                  <a:pt x="263" y="354"/>
                </a:lnTo>
                <a:lnTo>
                  <a:pt x="263" y="355"/>
                </a:lnTo>
                <a:lnTo>
                  <a:pt x="264" y="356"/>
                </a:lnTo>
                <a:lnTo>
                  <a:pt x="292" y="390"/>
                </a:lnTo>
                <a:lnTo>
                  <a:pt x="294" y="393"/>
                </a:lnTo>
                <a:lnTo>
                  <a:pt x="297" y="396"/>
                </a:lnTo>
                <a:lnTo>
                  <a:pt x="300" y="399"/>
                </a:lnTo>
                <a:lnTo>
                  <a:pt x="303" y="401"/>
                </a:lnTo>
                <a:lnTo>
                  <a:pt x="306" y="404"/>
                </a:lnTo>
                <a:lnTo>
                  <a:pt x="309" y="406"/>
                </a:lnTo>
                <a:lnTo>
                  <a:pt x="312" y="408"/>
                </a:lnTo>
                <a:lnTo>
                  <a:pt x="316" y="410"/>
                </a:lnTo>
                <a:lnTo>
                  <a:pt x="319" y="411"/>
                </a:lnTo>
                <a:lnTo>
                  <a:pt x="323" y="413"/>
                </a:lnTo>
                <a:lnTo>
                  <a:pt x="327" y="414"/>
                </a:lnTo>
                <a:lnTo>
                  <a:pt x="331" y="415"/>
                </a:lnTo>
                <a:lnTo>
                  <a:pt x="335" y="416"/>
                </a:lnTo>
                <a:lnTo>
                  <a:pt x="338" y="416"/>
                </a:lnTo>
                <a:lnTo>
                  <a:pt x="342" y="417"/>
                </a:lnTo>
                <a:lnTo>
                  <a:pt x="346" y="417"/>
                </a:lnTo>
                <a:lnTo>
                  <a:pt x="354" y="416"/>
                </a:lnTo>
                <a:lnTo>
                  <a:pt x="361" y="415"/>
                </a:lnTo>
                <a:lnTo>
                  <a:pt x="367" y="413"/>
                </a:lnTo>
                <a:lnTo>
                  <a:pt x="374" y="411"/>
                </a:lnTo>
                <a:lnTo>
                  <a:pt x="380" y="408"/>
                </a:lnTo>
                <a:lnTo>
                  <a:pt x="386" y="405"/>
                </a:lnTo>
                <a:lnTo>
                  <a:pt x="391" y="401"/>
                </a:lnTo>
                <a:lnTo>
                  <a:pt x="396" y="396"/>
                </a:lnTo>
                <a:lnTo>
                  <a:pt x="401" y="391"/>
                </a:lnTo>
                <a:lnTo>
                  <a:pt x="405" y="386"/>
                </a:lnTo>
                <a:lnTo>
                  <a:pt x="408" y="380"/>
                </a:lnTo>
                <a:lnTo>
                  <a:pt x="411" y="374"/>
                </a:lnTo>
                <a:lnTo>
                  <a:pt x="413" y="367"/>
                </a:lnTo>
                <a:lnTo>
                  <a:pt x="415" y="361"/>
                </a:lnTo>
                <a:lnTo>
                  <a:pt x="416" y="354"/>
                </a:lnTo>
                <a:lnTo>
                  <a:pt x="417" y="346"/>
                </a:lnTo>
                <a:lnTo>
                  <a:pt x="417" y="343"/>
                </a:lnTo>
                <a:lnTo>
                  <a:pt x="416" y="340"/>
                </a:lnTo>
                <a:lnTo>
                  <a:pt x="416" y="337"/>
                </a:lnTo>
                <a:lnTo>
                  <a:pt x="416" y="334"/>
                </a:lnTo>
                <a:lnTo>
                  <a:pt x="415" y="331"/>
                </a:lnTo>
                <a:lnTo>
                  <a:pt x="414" y="328"/>
                </a:lnTo>
                <a:lnTo>
                  <a:pt x="413" y="325"/>
                </a:lnTo>
                <a:lnTo>
                  <a:pt x="412" y="322"/>
                </a:lnTo>
                <a:lnTo>
                  <a:pt x="411" y="320"/>
                </a:lnTo>
                <a:lnTo>
                  <a:pt x="410" y="317"/>
                </a:lnTo>
                <a:lnTo>
                  <a:pt x="409" y="314"/>
                </a:lnTo>
                <a:lnTo>
                  <a:pt x="407" y="311"/>
                </a:lnTo>
                <a:lnTo>
                  <a:pt x="406" y="309"/>
                </a:lnTo>
                <a:lnTo>
                  <a:pt x="404" y="306"/>
                </a:lnTo>
                <a:lnTo>
                  <a:pt x="402" y="304"/>
                </a:lnTo>
                <a:lnTo>
                  <a:pt x="400" y="301"/>
                </a:lnTo>
                <a:lnTo>
                  <a:pt x="413" y="289"/>
                </a:lnTo>
                <a:lnTo>
                  <a:pt x="413" y="288"/>
                </a:lnTo>
                <a:lnTo>
                  <a:pt x="414" y="288"/>
                </a:lnTo>
                <a:lnTo>
                  <a:pt x="414" y="287"/>
                </a:lnTo>
                <a:lnTo>
                  <a:pt x="414" y="287"/>
                </a:lnTo>
                <a:lnTo>
                  <a:pt x="415" y="286"/>
                </a:lnTo>
                <a:lnTo>
                  <a:pt x="415" y="286"/>
                </a:lnTo>
                <a:lnTo>
                  <a:pt x="415" y="285"/>
                </a:lnTo>
                <a:lnTo>
                  <a:pt x="416" y="285"/>
                </a:lnTo>
                <a:lnTo>
                  <a:pt x="416" y="284"/>
                </a:lnTo>
                <a:lnTo>
                  <a:pt x="416" y="283"/>
                </a:lnTo>
                <a:lnTo>
                  <a:pt x="416" y="283"/>
                </a:lnTo>
                <a:lnTo>
                  <a:pt x="416" y="282"/>
                </a:lnTo>
                <a:lnTo>
                  <a:pt x="417" y="281"/>
                </a:lnTo>
                <a:lnTo>
                  <a:pt x="417" y="281"/>
                </a:lnTo>
                <a:lnTo>
                  <a:pt x="417" y="280"/>
                </a:lnTo>
                <a:lnTo>
                  <a:pt x="417" y="279"/>
                </a:lnTo>
                <a:close/>
                <a:moveTo>
                  <a:pt x="336" y="208"/>
                </a:moveTo>
                <a:lnTo>
                  <a:pt x="336" y="211"/>
                </a:lnTo>
                <a:lnTo>
                  <a:pt x="336" y="214"/>
                </a:lnTo>
                <a:lnTo>
                  <a:pt x="336" y="217"/>
                </a:lnTo>
                <a:lnTo>
                  <a:pt x="335" y="220"/>
                </a:lnTo>
                <a:lnTo>
                  <a:pt x="335" y="223"/>
                </a:lnTo>
                <a:lnTo>
                  <a:pt x="335" y="226"/>
                </a:lnTo>
                <a:lnTo>
                  <a:pt x="334" y="229"/>
                </a:lnTo>
                <a:lnTo>
                  <a:pt x="334" y="232"/>
                </a:lnTo>
                <a:lnTo>
                  <a:pt x="333" y="235"/>
                </a:lnTo>
                <a:lnTo>
                  <a:pt x="333" y="238"/>
                </a:lnTo>
                <a:lnTo>
                  <a:pt x="332" y="241"/>
                </a:lnTo>
                <a:lnTo>
                  <a:pt x="331" y="244"/>
                </a:lnTo>
                <a:lnTo>
                  <a:pt x="330" y="247"/>
                </a:lnTo>
                <a:lnTo>
                  <a:pt x="329" y="250"/>
                </a:lnTo>
                <a:lnTo>
                  <a:pt x="328" y="253"/>
                </a:lnTo>
                <a:lnTo>
                  <a:pt x="327" y="255"/>
                </a:lnTo>
                <a:lnTo>
                  <a:pt x="276" y="255"/>
                </a:lnTo>
                <a:lnTo>
                  <a:pt x="277" y="252"/>
                </a:lnTo>
                <a:lnTo>
                  <a:pt x="277" y="250"/>
                </a:lnTo>
                <a:lnTo>
                  <a:pt x="278" y="247"/>
                </a:lnTo>
                <a:lnTo>
                  <a:pt x="279" y="244"/>
                </a:lnTo>
                <a:lnTo>
                  <a:pt x="279" y="241"/>
                </a:lnTo>
                <a:lnTo>
                  <a:pt x="280" y="238"/>
                </a:lnTo>
                <a:lnTo>
                  <a:pt x="280" y="235"/>
                </a:lnTo>
                <a:lnTo>
                  <a:pt x="281" y="232"/>
                </a:lnTo>
                <a:lnTo>
                  <a:pt x="281" y="229"/>
                </a:lnTo>
                <a:lnTo>
                  <a:pt x="281" y="226"/>
                </a:lnTo>
                <a:lnTo>
                  <a:pt x="282" y="223"/>
                </a:lnTo>
                <a:lnTo>
                  <a:pt x="282" y="220"/>
                </a:lnTo>
                <a:lnTo>
                  <a:pt x="282" y="217"/>
                </a:lnTo>
                <a:lnTo>
                  <a:pt x="282" y="214"/>
                </a:lnTo>
                <a:lnTo>
                  <a:pt x="282" y="211"/>
                </a:lnTo>
                <a:lnTo>
                  <a:pt x="282" y="208"/>
                </a:lnTo>
                <a:lnTo>
                  <a:pt x="282" y="205"/>
                </a:lnTo>
                <a:lnTo>
                  <a:pt x="282" y="203"/>
                </a:lnTo>
                <a:lnTo>
                  <a:pt x="282" y="200"/>
                </a:lnTo>
                <a:lnTo>
                  <a:pt x="282" y="197"/>
                </a:lnTo>
                <a:lnTo>
                  <a:pt x="282" y="194"/>
                </a:lnTo>
                <a:lnTo>
                  <a:pt x="281" y="191"/>
                </a:lnTo>
                <a:lnTo>
                  <a:pt x="281" y="188"/>
                </a:lnTo>
                <a:lnTo>
                  <a:pt x="281" y="186"/>
                </a:lnTo>
                <a:lnTo>
                  <a:pt x="280" y="183"/>
                </a:lnTo>
                <a:lnTo>
                  <a:pt x="280" y="180"/>
                </a:lnTo>
                <a:lnTo>
                  <a:pt x="279" y="177"/>
                </a:lnTo>
                <a:lnTo>
                  <a:pt x="279" y="174"/>
                </a:lnTo>
                <a:lnTo>
                  <a:pt x="278" y="171"/>
                </a:lnTo>
                <a:lnTo>
                  <a:pt x="278" y="169"/>
                </a:lnTo>
                <a:lnTo>
                  <a:pt x="277" y="166"/>
                </a:lnTo>
                <a:lnTo>
                  <a:pt x="276" y="163"/>
                </a:lnTo>
                <a:lnTo>
                  <a:pt x="278" y="164"/>
                </a:lnTo>
                <a:lnTo>
                  <a:pt x="281" y="166"/>
                </a:lnTo>
                <a:lnTo>
                  <a:pt x="283" y="167"/>
                </a:lnTo>
                <a:lnTo>
                  <a:pt x="285" y="168"/>
                </a:lnTo>
                <a:lnTo>
                  <a:pt x="288" y="169"/>
                </a:lnTo>
                <a:lnTo>
                  <a:pt x="290" y="170"/>
                </a:lnTo>
                <a:lnTo>
                  <a:pt x="293" y="171"/>
                </a:lnTo>
                <a:lnTo>
                  <a:pt x="295" y="172"/>
                </a:lnTo>
                <a:lnTo>
                  <a:pt x="298" y="172"/>
                </a:lnTo>
                <a:lnTo>
                  <a:pt x="300" y="173"/>
                </a:lnTo>
                <a:lnTo>
                  <a:pt x="303" y="174"/>
                </a:lnTo>
                <a:lnTo>
                  <a:pt x="305" y="174"/>
                </a:lnTo>
                <a:lnTo>
                  <a:pt x="308" y="174"/>
                </a:lnTo>
                <a:lnTo>
                  <a:pt x="311" y="175"/>
                </a:lnTo>
                <a:lnTo>
                  <a:pt x="313" y="175"/>
                </a:lnTo>
                <a:lnTo>
                  <a:pt x="316" y="175"/>
                </a:lnTo>
                <a:lnTo>
                  <a:pt x="317" y="175"/>
                </a:lnTo>
                <a:lnTo>
                  <a:pt x="318" y="175"/>
                </a:lnTo>
                <a:lnTo>
                  <a:pt x="319" y="175"/>
                </a:lnTo>
                <a:lnTo>
                  <a:pt x="320" y="175"/>
                </a:lnTo>
                <a:lnTo>
                  <a:pt x="321" y="175"/>
                </a:lnTo>
                <a:lnTo>
                  <a:pt x="322" y="175"/>
                </a:lnTo>
                <a:lnTo>
                  <a:pt x="323" y="174"/>
                </a:lnTo>
                <a:lnTo>
                  <a:pt x="324" y="174"/>
                </a:lnTo>
                <a:lnTo>
                  <a:pt x="325" y="174"/>
                </a:lnTo>
                <a:lnTo>
                  <a:pt x="325" y="174"/>
                </a:lnTo>
                <a:lnTo>
                  <a:pt x="326" y="174"/>
                </a:lnTo>
                <a:lnTo>
                  <a:pt x="327" y="174"/>
                </a:lnTo>
                <a:lnTo>
                  <a:pt x="328" y="174"/>
                </a:lnTo>
                <a:lnTo>
                  <a:pt x="329" y="173"/>
                </a:lnTo>
                <a:lnTo>
                  <a:pt x="330" y="173"/>
                </a:lnTo>
                <a:lnTo>
                  <a:pt x="331" y="173"/>
                </a:lnTo>
                <a:lnTo>
                  <a:pt x="332" y="175"/>
                </a:lnTo>
                <a:lnTo>
                  <a:pt x="332" y="177"/>
                </a:lnTo>
                <a:lnTo>
                  <a:pt x="333" y="180"/>
                </a:lnTo>
                <a:lnTo>
                  <a:pt x="333" y="182"/>
                </a:lnTo>
                <a:lnTo>
                  <a:pt x="334" y="184"/>
                </a:lnTo>
                <a:lnTo>
                  <a:pt x="334" y="186"/>
                </a:lnTo>
                <a:lnTo>
                  <a:pt x="334" y="188"/>
                </a:lnTo>
                <a:lnTo>
                  <a:pt x="335" y="191"/>
                </a:lnTo>
                <a:lnTo>
                  <a:pt x="335" y="193"/>
                </a:lnTo>
                <a:lnTo>
                  <a:pt x="335" y="195"/>
                </a:lnTo>
                <a:lnTo>
                  <a:pt x="336" y="197"/>
                </a:lnTo>
                <a:lnTo>
                  <a:pt x="336" y="199"/>
                </a:lnTo>
                <a:lnTo>
                  <a:pt x="336" y="202"/>
                </a:lnTo>
                <a:lnTo>
                  <a:pt x="336" y="204"/>
                </a:lnTo>
                <a:lnTo>
                  <a:pt x="336" y="206"/>
                </a:lnTo>
                <a:lnTo>
                  <a:pt x="336" y="208"/>
                </a:lnTo>
                <a:close/>
                <a:moveTo>
                  <a:pt x="152" y="284"/>
                </a:moveTo>
                <a:lnTo>
                  <a:pt x="152" y="285"/>
                </a:lnTo>
                <a:lnTo>
                  <a:pt x="153" y="286"/>
                </a:lnTo>
                <a:lnTo>
                  <a:pt x="153" y="287"/>
                </a:lnTo>
                <a:lnTo>
                  <a:pt x="154" y="288"/>
                </a:lnTo>
                <a:lnTo>
                  <a:pt x="154" y="289"/>
                </a:lnTo>
                <a:lnTo>
                  <a:pt x="155" y="290"/>
                </a:lnTo>
                <a:lnTo>
                  <a:pt x="155" y="291"/>
                </a:lnTo>
                <a:lnTo>
                  <a:pt x="156" y="292"/>
                </a:lnTo>
                <a:lnTo>
                  <a:pt x="156" y="293"/>
                </a:lnTo>
                <a:lnTo>
                  <a:pt x="157" y="294"/>
                </a:lnTo>
                <a:lnTo>
                  <a:pt x="157" y="295"/>
                </a:lnTo>
                <a:lnTo>
                  <a:pt x="158" y="296"/>
                </a:lnTo>
                <a:lnTo>
                  <a:pt x="159" y="297"/>
                </a:lnTo>
                <a:lnTo>
                  <a:pt x="159" y="298"/>
                </a:lnTo>
                <a:lnTo>
                  <a:pt x="160" y="299"/>
                </a:lnTo>
                <a:lnTo>
                  <a:pt x="160" y="300"/>
                </a:lnTo>
                <a:lnTo>
                  <a:pt x="126" y="269"/>
                </a:lnTo>
                <a:lnTo>
                  <a:pt x="145" y="269"/>
                </a:lnTo>
                <a:lnTo>
                  <a:pt x="146" y="270"/>
                </a:lnTo>
                <a:lnTo>
                  <a:pt x="146" y="271"/>
                </a:lnTo>
                <a:lnTo>
                  <a:pt x="146" y="272"/>
                </a:lnTo>
                <a:lnTo>
                  <a:pt x="147" y="273"/>
                </a:lnTo>
                <a:lnTo>
                  <a:pt x="147" y="274"/>
                </a:lnTo>
                <a:lnTo>
                  <a:pt x="147" y="275"/>
                </a:lnTo>
                <a:lnTo>
                  <a:pt x="148" y="275"/>
                </a:lnTo>
                <a:lnTo>
                  <a:pt x="148" y="276"/>
                </a:lnTo>
                <a:lnTo>
                  <a:pt x="149" y="277"/>
                </a:lnTo>
                <a:lnTo>
                  <a:pt x="149" y="278"/>
                </a:lnTo>
                <a:lnTo>
                  <a:pt x="149" y="279"/>
                </a:lnTo>
                <a:lnTo>
                  <a:pt x="150" y="280"/>
                </a:lnTo>
                <a:lnTo>
                  <a:pt x="150" y="281"/>
                </a:lnTo>
                <a:lnTo>
                  <a:pt x="151" y="282"/>
                </a:lnTo>
                <a:lnTo>
                  <a:pt x="151" y="283"/>
                </a:lnTo>
                <a:lnTo>
                  <a:pt x="152" y="284"/>
                </a:lnTo>
                <a:close/>
                <a:moveTo>
                  <a:pt x="208" y="334"/>
                </a:moveTo>
                <a:lnTo>
                  <a:pt x="208" y="334"/>
                </a:lnTo>
                <a:lnTo>
                  <a:pt x="208" y="334"/>
                </a:lnTo>
                <a:lnTo>
                  <a:pt x="204" y="331"/>
                </a:lnTo>
                <a:lnTo>
                  <a:pt x="200" y="327"/>
                </a:lnTo>
                <a:lnTo>
                  <a:pt x="197" y="324"/>
                </a:lnTo>
                <a:lnTo>
                  <a:pt x="193" y="320"/>
                </a:lnTo>
                <a:lnTo>
                  <a:pt x="189" y="316"/>
                </a:lnTo>
                <a:lnTo>
                  <a:pt x="186" y="312"/>
                </a:lnTo>
                <a:lnTo>
                  <a:pt x="183" y="308"/>
                </a:lnTo>
                <a:lnTo>
                  <a:pt x="180" y="304"/>
                </a:lnTo>
                <a:lnTo>
                  <a:pt x="177" y="300"/>
                </a:lnTo>
                <a:lnTo>
                  <a:pt x="174" y="296"/>
                </a:lnTo>
                <a:lnTo>
                  <a:pt x="171" y="292"/>
                </a:lnTo>
                <a:lnTo>
                  <a:pt x="168" y="287"/>
                </a:lnTo>
                <a:lnTo>
                  <a:pt x="166" y="283"/>
                </a:lnTo>
                <a:lnTo>
                  <a:pt x="164" y="278"/>
                </a:lnTo>
                <a:lnTo>
                  <a:pt x="162" y="274"/>
                </a:lnTo>
                <a:lnTo>
                  <a:pt x="160" y="269"/>
                </a:lnTo>
                <a:lnTo>
                  <a:pt x="257" y="269"/>
                </a:lnTo>
                <a:lnTo>
                  <a:pt x="255" y="274"/>
                </a:lnTo>
                <a:lnTo>
                  <a:pt x="253" y="278"/>
                </a:lnTo>
                <a:lnTo>
                  <a:pt x="251" y="283"/>
                </a:lnTo>
                <a:lnTo>
                  <a:pt x="248" y="287"/>
                </a:lnTo>
                <a:lnTo>
                  <a:pt x="246" y="292"/>
                </a:lnTo>
                <a:lnTo>
                  <a:pt x="243" y="296"/>
                </a:lnTo>
                <a:lnTo>
                  <a:pt x="240" y="300"/>
                </a:lnTo>
                <a:lnTo>
                  <a:pt x="237" y="304"/>
                </a:lnTo>
                <a:lnTo>
                  <a:pt x="234" y="308"/>
                </a:lnTo>
                <a:lnTo>
                  <a:pt x="231" y="312"/>
                </a:lnTo>
                <a:lnTo>
                  <a:pt x="227" y="316"/>
                </a:lnTo>
                <a:lnTo>
                  <a:pt x="224" y="320"/>
                </a:lnTo>
                <a:lnTo>
                  <a:pt x="220" y="324"/>
                </a:lnTo>
                <a:lnTo>
                  <a:pt x="216" y="327"/>
                </a:lnTo>
                <a:lnTo>
                  <a:pt x="212" y="331"/>
                </a:lnTo>
                <a:lnTo>
                  <a:pt x="208" y="334"/>
                </a:lnTo>
                <a:close/>
                <a:moveTo>
                  <a:pt x="188" y="334"/>
                </a:moveTo>
                <a:lnTo>
                  <a:pt x="187" y="334"/>
                </a:lnTo>
                <a:lnTo>
                  <a:pt x="186" y="334"/>
                </a:lnTo>
                <a:lnTo>
                  <a:pt x="185" y="334"/>
                </a:lnTo>
                <a:lnTo>
                  <a:pt x="184" y="334"/>
                </a:lnTo>
                <a:lnTo>
                  <a:pt x="183" y="333"/>
                </a:lnTo>
                <a:lnTo>
                  <a:pt x="182" y="333"/>
                </a:lnTo>
                <a:lnTo>
                  <a:pt x="181" y="333"/>
                </a:lnTo>
                <a:lnTo>
                  <a:pt x="180" y="333"/>
                </a:lnTo>
                <a:lnTo>
                  <a:pt x="178" y="332"/>
                </a:lnTo>
                <a:lnTo>
                  <a:pt x="177" y="332"/>
                </a:lnTo>
                <a:lnTo>
                  <a:pt x="176" y="332"/>
                </a:lnTo>
                <a:lnTo>
                  <a:pt x="175" y="332"/>
                </a:lnTo>
                <a:lnTo>
                  <a:pt x="174" y="331"/>
                </a:lnTo>
                <a:lnTo>
                  <a:pt x="173" y="331"/>
                </a:lnTo>
                <a:lnTo>
                  <a:pt x="172" y="331"/>
                </a:lnTo>
                <a:lnTo>
                  <a:pt x="171" y="330"/>
                </a:lnTo>
                <a:lnTo>
                  <a:pt x="171" y="330"/>
                </a:lnTo>
                <a:lnTo>
                  <a:pt x="172" y="329"/>
                </a:lnTo>
                <a:lnTo>
                  <a:pt x="172" y="329"/>
                </a:lnTo>
                <a:lnTo>
                  <a:pt x="172" y="328"/>
                </a:lnTo>
                <a:lnTo>
                  <a:pt x="173" y="328"/>
                </a:lnTo>
                <a:lnTo>
                  <a:pt x="173" y="327"/>
                </a:lnTo>
                <a:lnTo>
                  <a:pt x="173" y="326"/>
                </a:lnTo>
                <a:lnTo>
                  <a:pt x="174" y="326"/>
                </a:lnTo>
                <a:lnTo>
                  <a:pt x="174" y="325"/>
                </a:lnTo>
                <a:lnTo>
                  <a:pt x="174" y="324"/>
                </a:lnTo>
                <a:lnTo>
                  <a:pt x="174" y="324"/>
                </a:lnTo>
                <a:lnTo>
                  <a:pt x="174" y="323"/>
                </a:lnTo>
                <a:lnTo>
                  <a:pt x="175" y="322"/>
                </a:lnTo>
                <a:lnTo>
                  <a:pt x="175" y="321"/>
                </a:lnTo>
                <a:lnTo>
                  <a:pt x="175" y="321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6" y="321"/>
                </a:lnTo>
                <a:lnTo>
                  <a:pt x="176" y="322"/>
                </a:lnTo>
                <a:lnTo>
                  <a:pt x="177" y="323"/>
                </a:lnTo>
                <a:lnTo>
                  <a:pt x="178" y="324"/>
                </a:lnTo>
                <a:lnTo>
                  <a:pt x="179" y="325"/>
                </a:lnTo>
                <a:lnTo>
                  <a:pt x="180" y="325"/>
                </a:lnTo>
                <a:lnTo>
                  <a:pt x="180" y="326"/>
                </a:lnTo>
                <a:lnTo>
                  <a:pt x="181" y="327"/>
                </a:lnTo>
                <a:lnTo>
                  <a:pt x="182" y="328"/>
                </a:lnTo>
                <a:lnTo>
                  <a:pt x="183" y="329"/>
                </a:lnTo>
                <a:lnTo>
                  <a:pt x="184" y="330"/>
                </a:lnTo>
                <a:lnTo>
                  <a:pt x="185" y="331"/>
                </a:lnTo>
                <a:lnTo>
                  <a:pt x="186" y="332"/>
                </a:lnTo>
                <a:lnTo>
                  <a:pt x="187" y="333"/>
                </a:lnTo>
                <a:lnTo>
                  <a:pt x="187" y="334"/>
                </a:lnTo>
                <a:lnTo>
                  <a:pt x="188" y="334"/>
                </a:lnTo>
                <a:close/>
                <a:moveTo>
                  <a:pt x="155" y="255"/>
                </a:moveTo>
                <a:lnTo>
                  <a:pt x="154" y="253"/>
                </a:lnTo>
                <a:lnTo>
                  <a:pt x="153" y="250"/>
                </a:lnTo>
                <a:lnTo>
                  <a:pt x="152" y="247"/>
                </a:lnTo>
                <a:lnTo>
                  <a:pt x="152" y="244"/>
                </a:lnTo>
                <a:lnTo>
                  <a:pt x="151" y="241"/>
                </a:lnTo>
                <a:lnTo>
                  <a:pt x="151" y="238"/>
                </a:lnTo>
                <a:lnTo>
                  <a:pt x="150" y="235"/>
                </a:lnTo>
                <a:lnTo>
                  <a:pt x="150" y="232"/>
                </a:lnTo>
                <a:lnTo>
                  <a:pt x="149" y="229"/>
                </a:lnTo>
                <a:lnTo>
                  <a:pt x="149" y="226"/>
                </a:lnTo>
                <a:lnTo>
                  <a:pt x="149" y="223"/>
                </a:lnTo>
                <a:lnTo>
                  <a:pt x="148" y="220"/>
                </a:lnTo>
                <a:lnTo>
                  <a:pt x="148" y="217"/>
                </a:lnTo>
                <a:lnTo>
                  <a:pt x="148" y="214"/>
                </a:lnTo>
                <a:lnTo>
                  <a:pt x="148" y="211"/>
                </a:lnTo>
                <a:lnTo>
                  <a:pt x="148" y="208"/>
                </a:lnTo>
                <a:lnTo>
                  <a:pt x="148" y="205"/>
                </a:lnTo>
                <a:lnTo>
                  <a:pt x="148" y="202"/>
                </a:lnTo>
                <a:lnTo>
                  <a:pt x="148" y="199"/>
                </a:lnTo>
                <a:lnTo>
                  <a:pt x="148" y="196"/>
                </a:lnTo>
                <a:lnTo>
                  <a:pt x="149" y="193"/>
                </a:lnTo>
                <a:lnTo>
                  <a:pt x="149" y="190"/>
                </a:lnTo>
                <a:lnTo>
                  <a:pt x="149" y="187"/>
                </a:lnTo>
                <a:lnTo>
                  <a:pt x="150" y="184"/>
                </a:lnTo>
                <a:lnTo>
                  <a:pt x="150" y="181"/>
                </a:lnTo>
                <a:lnTo>
                  <a:pt x="151" y="179"/>
                </a:lnTo>
                <a:lnTo>
                  <a:pt x="151" y="176"/>
                </a:lnTo>
                <a:lnTo>
                  <a:pt x="152" y="173"/>
                </a:lnTo>
                <a:lnTo>
                  <a:pt x="152" y="170"/>
                </a:lnTo>
                <a:lnTo>
                  <a:pt x="153" y="167"/>
                </a:lnTo>
                <a:lnTo>
                  <a:pt x="154" y="164"/>
                </a:lnTo>
                <a:lnTo>
                  <a:pt x="155" y="161"/>
                </a:lnTo>
                <a:lnTo>
                  <a:pt x="262" y="161"/>
                </a:lnTo>
                <a:lnTo>
                  <a:pt x="263" y="164"/>
                </a:lnTo>
                <a:lnTo>
                  <a:pt x="263" y="167"/>
                </a:lnTo>
                <a:lnTo>
                  <a:pt x="264" y="170"/>
                </a:lnTo>
                <a:lnTo>
                  <a:pt x="265" y="173"/>
                </a:lnTo>
                <a:lnTo>
                  <a:pt x="265" y="176"/>
                </a:lnTo>
                <a:lnTo>
                  <a:pt x="266" y="179"/>
                </a:lnTo>
                <a:lnTo>
                  <a:pt x="267" y="181"/>
                </a:lnTo>
                <a:lnTo>
                  <a:pt x="267" y="184"/>
                </a:lnTo>
                <a:lnTo>
                  <a:pt x="267" y="187"/>
                </a:lnTo>
                <a:lnTo>
                  <a:pt x="268" y="190"/>
                </a:lnTo>
                <a:lnTo>
                  <a:pt x="268" y="193"/>
                </a:lnTo>
                <a:lnTo>
                  <a:pt x="268" y="196"/>
                </a:lnTo>
                <a:lnTo>
                  <a:pt x="269" y="199"/>
                </a:lnTo>
                <a:lnTo>
                  <a:pt x="269" y="202"/>
                </a:lnTo>
                <a:lnTo>
                  <a:pt x="269" y="205"/>
                </a:lnTo>
                <a:lnTo>
                  <a:pt x="269" y="208"/>
                </a:lnTo>
                <a:lnTo>
                  <a:pt x="269" y="211"/>
                </a:lnTo>
                <a:lnTo>
                  <a:pt x="269" y="214"/>
                </a:lnTo>
                <a:lnTo>
                  <a:pt x="269" y="217"/>
                </a:lnTo>
                <a:lnTo>
                  <a:pt x="268" y="220"/>
                </a:lnTo>
                <a:lnTo>
                  <a:pt x="268" y="223"/>
                </a:lnTo>
                <a:lnTo>
                  <a:pt x="268" y="226"/>
                </a:lnTo>
                <a:lnTo>
                  <a:pt x="267" y="229"/>
                </a:lnTo>
                <a:lnTo>
                  <a:pt x="267" y="232"/>
                </a:lnTo>
                <a:lnTo>
                  <a:pt x="267" y="235"/>
                </a:lnTo>
                <a:lnTo>
                  <a:pt x="266" y="238"/>
                </a:lnTo>
                <a:lnTo>
                  <a:pt x="265" y="241"/>
                </a:lnTo>
                <a:lnTo>
                  <a:pt x="265" y="244"/>
                </a:lnTo>
                <a:lnTo>
                  <a:pt x="264" y="247"/>
                </a:lnTo>
                <a:lnTo>
                  <a:pt x="263" y="250"/>
                </a:lnTo>
                <a:lnTo>
                  <a:pt x="263" y="253"/>
                </a:lnTo>
                <a:lnTo>
                  <a:pt x="262" y="255"/>
                </a:lnTo>
                <a:close/>
                <a:moveTo>
                  <a:pt x="208" y="83"/>
                </a:moveTo>
                <a:lnTo>
                  <a:pt x="208" y="83"/>
                </a:lnTo>
                <a:lnTo>
                  <a:pt x="208" y="83"/>
                </a:lnTo>
                <a:lnTo>
                  <a:pt x="212" y="86"/>
                </a:lnTo>
                <a:lnTo>
                  <a:pt x="216" y="89"/>
                </a:lnTo>
                <a:lnTo>
                  <a:pt x="220" y="93"/>
                </a:lnTo>
                <a:lnTo>
                  <a:pt x="224" y="97"/>
                </a:lnTo>
                <a:lnTo>
                  <a:pt x="227" y="100"/>
                </a:lnTo>
                <a:lnTo>
                  <a:pt x="231" y="104"/>
                </a:lnTo>
                <a:lnTo>
                  <a:pt x="234" y="108"/>
                </a:lnTo>
                <a:lnTo>
                  <a:pt x="237" y="112"/>
                </a:lnTo>
                <a:lnTo>
                  <a:pt x="240" y="116"/>
                </a:lnTo>
                <a:lnTo>
                  <a:pt x="243" y="121"/>
                </a:lnTo>
                <a:lnTo>
                  <a:pt x="246" y="125"/>
                </a:lnTo>
                <a:lnTo>
                  <a:pt x="248" y="129"/>
                </a:lnTo>
                <a:lnTo>
                  <a:pt x="251" y="134"/>
                </a:lnTo>
                <a:lnTo>
                  <a:pt x="253" y="139"/>
                </a:lnTo>
                <a:lnTo>
                  <a:pt x="255" y="143"/>
                </a:lnTo>
                <a:lnTo>
                  <a:pt x="257" y="148"/>
                </a:lnTo>
                <a:lnTo>
                  <a:pt x="160" y="148"/>
                </a:lnTo>
                <a:lnTo>
                  <a:pt x="162" y="143"/>
                </a:lnTo>
                <a:lnTo>
                  <a:pt x="164" y="139"/>
                </a:lnTo>
                <a:lnTo>
                  <a:pt x="166" y="134"/>
                </a:lnTo>
                <a:lnTo>
                  <a:pt x="168" y="129"/>
                </a:lnTo>
                <a:lnTo>
                  <a:pt x="171" y="125"/>
                </a:lnTo>
                <a:lnTo>
                  <a:pt x="174" y="121"/>
                </a:lnTo>
                <a:lnTo>
                  <a:pt x="177" y="116"/>
                </a:lnTo>
                <a:lnTo>
                  <a:pt x="180" y="112"/>
                </a:lnTo>
                <a:lnTo>
                  <a:pt x="183" y="108"/>
                </a:lnTo>
                <a:lnTo>
                  <a:pt x="186" y="104"/>
                </a:lnTo>
                <a:lnTo>
                  <a:pt x="189" y="100"/>
                </a:lnTo>
                <a:lnTo>
                  <a:pt x="193" y="97"/>
                </a:lnTo>
                <a:lnTo>
                  <a:pt x="197" y="93"/>
                </a:lnTo>
                <a:lnTo>
                  <a:pt x="200" y="89"/>
                </a:lnTo>
                <a:lnTo>
                  <a:pt x="204" y="86"/>
                </a:lnTo>
                <a:lnTo>
                  <a:pt x="208" y="83"/>
                </a:lnTo>
                <a:close/>
                <a:moveTo>
                  <a:pt x="345" y="154"/>
                </a:moveTo>
                <a:lnTo>
                  <a:pt x="343" y="155"/>
                </a:lnTo>
                <a:lnTo>
                  <a:pt x="341" y="156"/>
                </a:lnTo>
                <a:lnTo>
                  <a:pt x="340" y="156"/>
                </a:lnTo>
                <a:lnTo>
                  <a:pt x="338" y="157"/>
                </a:lnTo>
                <a:lnTo>
                  <a:pt x="336" y="158"/>
                </a:lnTo>
                <a:lnTo>
                  <a:pt x="334" y="158"/>
                </a:lnTo>
                <a:lnTo>
                  <a:pt x="333" y="159"/>
                </a:lnTo>
                <a:lnTo>
                  <a:pt x="331" y="159"/>
                </a:lnTo>
                <a:lnTo>
                  <a:pt x="329" y="160"/>
                </a:lnTo>
                <a:lnTo>
                  <a:pt x="327" y="160"/>
                </a:lnTo>
                <a:lnTo>
                  <a:pt x="325" y="161"/>
                </a:lnTo>
                <a:lnTo>
                  <a:pt x="323" y="161"/>
                </a:lnTo>
                <a:lnTo>
                  <a:pt x="322" y="161"/>
                </a:lnTo>
                <a:lnTo>
                  <a:pt x="320" y="161"/>
                </a:lnTo>
                <a:lnTo>
                  <a:pt x="318" y="161"/>
                </a:lnTo>
                <a:lnTo>
                  <a:pt x="316" y="161"/>
                </a:lnTo>
                <a:lnTo>
                  <a:pt x="314" y="161"/>
                </a:lnTo>
                <a:lnTo>
                  <a:pt x="312" y="161"/>
                </a:lnTo>
                <a:lnTo>
                  <a:pt x="310" y="161"/>
                </a:lnTo>
                <a:lnTo>
                  <a:pt x="308" y="161"/>
                </a:lnTo>
                <a:lnTo>
                  <a:pt x="306" y="161"/>
                </a:lnTo>
                <a:lnTo>
                  <a:pt x="305" y="160"/>
                </a:lnTo>
                <a:lnTo>
                  <a:pt x="303" y="160"/>
                </a:lnTo>
                <a:lnTo>
                  <a:pt x="301" y="159"/>
                </a:lnTo>
                <a:lnTo>
                  <a:pt x="299" y="159"/>
                </a:lnTo>
                <a:lnTo>
                  <a:pt x="297" y="158"/>
                </a:lnTo>
                <a:lnTo>
                  <a:pt x="296" y="158"/>
                </a:lnTo>
                <a:lnTo>
                  <a:pt x="294" y="157"/>
                </a:lnTo>
                <a:lnTo>
                  <a:pt x="292" y="156"/>
                </a:lnTo>
                <a:lnTo>
                  <a:pt x="290" y="156"/>
                </a:lnTo>
                <a:lnTo>
                  <a:pt x="289" y="155"/>
                </a:lnTo>
                <a:lnTo>
                  <a:pt x="287" y="154"/>
                </a:lnTo>
                <a:lnTo>
                  <a:pt x="316" y="131"/>
                </a:lnTo>
                <a:close/>
                <a:moveTo>
                  <a:pt x="316" y="114"/>
                </a:moveTo>
                <a:lnTo>
                  <a:pt x="300" y="101"/>
                </a:lnTo>
                <a:lnTo>
                  <a:pt x="300" y="101"/>
                </a:lnTo>
                <a:lnTo>
                  <a:pt x="299" y="100"/>
                </a:lnTo>
                <a:lnTo>
                  <a:pt x="299" y="100"/>
                </a:lnTo>
                <a:lnTo>
                  <a:pt x="299" y="100"/>
                </a:lnTo>
                <a:lnTo>
                  <a:pt x="299" y="100"/>
                </a:lnTo>
                <a:lnTo>
                  <a:pt x="298" y="100"/>
                </a:lnTo>
                <a:lnTo>
                  <a:pt x="298" y="99"/>
                </a:lnTo>
                <a:lnTo>
                  <a:pt x="298" y="99"/>
                </a:lnTo>
                <a:lnTo>
                  <a:pt x="298" y="99"/>
                </a:lnTo>
                <a:lnTo>
                  <a:pt x="297" y="99"/>
                </a:lnTo>
                <a:lnTo>
                  <a:pt x="297" y="99"/>
                </a:lnTo>
                <a:lnTo>
                  <a:pt x="297" y="98"/>
                </a:lnTo>
                <a:lnTo>
                  <a:pt x="297" y="98"/>
                </a:lnTo>
                <a:lnTo>
                  <a:pt x="296" y="98"/>
                </a:lnTo>
                <a:lnTo>
                  <a:pt x="296" y="98"/>
                </a:lnTo>
                <a:lnTo>
                  <a:pt x="296" y="98"/>
                </a:lnTo>
                <a:lnTo>
                  <a:pt x="297" y="97"/>
                </a:lnTo>
                <a:lnTo>
                  <a:pt x="298" y="97"/>
                </a:lnTo>
                <a:lnTo>
                  <a:pt x="299" y="96"/>
                </a:lnTo>
                <a:lnTo>
                  <a:pt x="301" y="96"/>
                </a:lnTo>
                <a:lnTo>
                  <a:pt x="302" y="96"/>
                </a:lnTo>
                <a:lnTo>
                  <a:pt x="303" y="95"/>
                </a:lnTo>
                <a:lnTo>
                  <a:pt x="304" y="95"/>
                </a:lnTo>
                <a:lnTo>
                  <a:pt x="306" y="95"/>
                </a:lnTo>
                <a:lnTo>
                  <a:pt x="307" y="95"/>
                </a:lnTo>
                <a:lnTo>
                  <a:pt x="308" y="95"/>
                </a:lnTo>
                <a:lnTo>
                  <a:pt x="309" y="94"/>
                </a:lnTo>
                <a:lnTo>
                  <a:pt x="311" y="94"/>
                </a:lnTo>
                <a:lnTo>
                  <a:pt x="312" y="94"/>
                </a:lnTo>
                <a:lnTo>
                  <a:pt x="313" y="94"/>
                </a:lnTo>
                <a:lnTo>
                  <a:pt x="315" y="94"/>
                </a:lnTo>
                <a:lnTo>
                  <a:pt x="316" y="94"/>
                </a:lnTo>
                <a:lnTo>
                  <a:pt x="317" y="94"/>
                </a:lnTo>
                <a:lnTo>
                  <a:pt x="318" y="94"/>
                </a:lnTo>
                <a:lnTo>
                  <a:pt x="320" y="94"/>
                </a:lnTo>
                <a:lnTo>
                  <a:pt x="321" y="94"/>
                </a:lnTo>
                <a:lnTo>
                  <a:pt x="322" y="94"/>
                </a:lnTo>
                <a:lnTo>
                  <a:pt x="324" y="95"/>
                </a:lnTo>
                <a:lnTo>
                  <a:pt x="325" y="95"/>
                </a:lnTo>
                <a:lnTo>
                  <a:pt x="326" y="95"/>
                </a:lnTo>
                <a:lnTo>
                  <a:pt x="327" y="95"/>
                </a:lnTo>
                <a:lnTo>
                  <a:pt x="329" y="95"/>
                </a:lnTo>
                <a:lnTo>
                  <a:pt x="330" y="96"/>
                </a:lnTo>
                <a:lnTo>
                  <a:pt x="331" y="96"/>
                </a:lnTo>
                <a:lnTo>
                  <a:pt x="332" y="96"/>
                </a:lnTo>
                <a:lnTo>
                  <a:pt x="334" y="97"/>
                </a:lnTo>
                <a:lnTo>
                  <a:pt x="335" y="97"/>
                </a:lnTo>
                <a:lnTo>
                  <a:pt x="336" y="98"/>
                </a:lnTo>
                <a:close/>
                <a:moveTo>
                  <a:pt x="316" y="13"/>
                </a:moveTo>
                <a:lnTo>
                  <a:pt x="322" y="14"/>
                </a:lnTo>
                <a:lnTo>
                  <a:pt x="328" y="14"/>
                </a:lnTo>
                <a:lnTo>
                  <a:pt x="333" y="15"/>
                </a:lnTo>
                <a:lnTo>
                  <a:pt x="339" y="16"/>
                </a:lnTo>
                <a:lnTo>
                  <a:pt x="345" y="17"/>
                </a:lnTo>
                <a:lnTo>
                  <a:pt x="350" y="18"/>
                </a:lnTo>
                <a:lnTo>
                  <a:pt x="356" y="20"/>
                </a:lnTo>
                <a:lnTo>
                  <a:pt x="361" y="22"/>
                </a:lnTo>
                <a:lnTo>
                  <a:pt x="366" y="24"/>
                </a:lnTo>
                <a:lnTo>
                  <a:pt x="372" y="27"/>
                </a:lnTo>
                <a:lnTo>
                  <a:pt x="377" y="29"/>
                </a:lnTo>
                <a:lnTo>
                  <a:pt x="381" y="32"/>
                </a:lnTo>
                <a:lnTo>
                  <a:pt x="386" y="36"/>
                </a:lnTo>
                <a:lnTo>
                  <a:pt x="391" y="39"/>
                </a:lnTo>
                <a:lnTo>
                  <a:pt x="395" y="43"/>
                </a:lnTo>
                <a:lnTo>
                  <a:pt x="400" y="47"/>
                </a:lnTo>
                <a:lnTo>
                  <a:pt x="348" y="88"/>
                </a:lnTo>
                <a:lnTo>
                  <a:pt x="346" y="87"/>
                </a:lnTo>
                <a:lnTo>
                  <a:pt x="344" y="86"/>
                </a:lnTo>
                <a:lnTo>
                  <a:pt x="342" y="86"/>
                </a:lnTo>
                <a:lnTo>
                  <a:pt x="340" y="85"/>
                </a:lnTo>
                <a:lnTo>
                  <a:pt x="338" y="84"/>
                </a:lnTo>
                <a:lnTo>
                  <a:pt x="336" y="84"/>
                </a:lnTo>
                <a:lnTo>
                  <a:pt x="334" y="83"/>
                </a:lnTo>
                <a:lnTo>
                  <a:pt x="332" y="83"/>
                </a:lnTo>
                <a:lnTo>
                  <a:pt x="330" y="82"/>
                </a:lnTo>
                <a:lnTo>
                  <a:pt x="328" y="82"/>
                </a:lnTo>
                <a:lnTo>
                  <a:pt x="326" y="81"/>
                </a:lnTo>
                <a:lnTo>
                  <a:pt x="324" y="81"/>
                </a:lnTo>
                <a:lnTo>
                  <a:pt x="322" y="81"/>
                </a:lnTo>
                <a:lnTo>
                  <a:pt x="320" y="81"/>
                </a:lnTo>
                <a:lnTo>
                  <a:pt x="318" y="81"/>
                </a:lnTo>
                <a:lnTo>
                  <a:pt x="316" y="81"/>
                </a:lnTo>
                <a:lnTo>
                  <a:pt x="314" y="81"/>
                </a:lnTo>
                <a:lnTo>
                  <a:pt x="312" y="81"/>
                </a:lnTo>
                <a:lnTo>
                  <a:pt x="310" y="81"/>
                </a:lnTo>
                <a:lnTo>
                  <a:pt x="308" y="81"/>
                </a:lnTo>
                <a:lnTo>
                  <a:pt x="306" y="81"/>
                </a:lnTo>
                <a:lnTo>
                  <a:pt x="303" y="82"/>
                </a:lnTo>
                <a:lnTo>
                  <a:pt x="301" y="82"/>
                </a:lnTo>
                <a:lnTo>
                  <a:pt x="299" y="83"/>
                </a:lnTo>
                <a:lnTo>
                  <a:pt x="297" y="83"/>
                </a:lnTo>
                <a:lnTo>
                  <a:pt x="295" y="84"/>
                </a:lnTo>
                <a:lnTo>
                  <a:pt x="293" y="84"/>
                </a:lnTo>
                <a:lnTo>
                  <a:pt x="291" y="85"/>
                </a:lnTo>
                <a:lnTo>
                  <a:pt x="289" y="86"/>
                </a:lnTo>
                <a:lnTo>
                  <a:pt x="288" y="86"/>
                </a:lnTo>
                <a:lnTo>
                  <a:pt x="286" y="87"/>
                </a:lnTo>
                <a:lnTo>
                  <a:pt x="284" y="88"/>
                </a:lnTo>
                <a:lnTo>
                  <a:pt x="232" y="47"/>
                </a:lnTo>
                <a:lnTo>
                  <a:pt x="236" y="43"/>
                </a:lnTo>
                <a:lnTo>
                  <a:pt x="241" y="39"/>
                </a:lnTo>
                <a:lnTo>
                  <a:pt x="245" y="36"/>
                </a:lnTo>
                <a:lnTo>
                  <a:pt x="250" y="32"/>
                </a:lnTo>
                <a:lnTo>
                  <a:pt x="255" y="29"/>
                </a:lnTo>
                <a:lnTo>
                  <a:pt x="260" y="27"/>
                </a:lnTo>
                <a:lnTo>
                  <a:pt x="265" y="24"/>
                </a:lnTo>
                <a:lnTo>
                  <a:pt x="271" y="22"/>
                </a:lnTo>
                <a:lnTo>
                  <a:pt x="276" y="20"/>
                </a:lnTo>
                <a:lnTo>
                  <a:pt x="281" y="18"/>
                </a:lnTo>
                <a:lnTo>
                  <a:pt x="287" y="17"/>
                </a:lnTo>
                <a:lnTo>
                  <a:pt x="293" y="16"/>
                </a:lnTo>
                <a:lnTo>
                  <a:pt x="298" y="15"/>
                </a:lnTo>
                <a:lnTo>
                  <a:pt x="304" y="14"/>
                </a:lnTo>
                <a:lnTo>
                  <a:pt x="310" y="14"/>
                </a:lnTo>
                <a:lnTo>
                  <a:pt x="316" y="13"/>
                </a:lnTo>
                <a:close/>
                <a:moveTo>
                  <a:pt x="305" y="122"/>
                </a:moveTo>
                <a:lnTo>
                  <a:pt x="273" y="148"/>
                </a:lnTo>
                <a:lnTo>
                  <a:pt x="271" y="148"/>
                </a:lnTo>
                <a:lnTo>
                  <a:pt x="271" y="147"/>
                </a:lnTo>
                <a:lnTo>
                  <a:pt x="271" y="146"/>
                </a:lnTo>
                <a:lnTo>
                  <a:pt x="270" y="145"/>
                </a:lnTo>
                <a:lnTo>
                  <a:pt x="270" y="144"/>
                </a:lnTo>
                <a:lnTo>
                  <a:pt x="270" y="143"/>
                </a:lnTo>
                <a:lnTo>
                  <a:pt x="269" y="142"/>
                </a:lnTo>
                <a:lnTo>
                  <a:pt x="269" y="141"/>
                </a:lnTo>
                <a:lnTo>
                  <a:pt x="268" y="140"/>
                </a:lnTo>
                <a:lnTo>
                  <a:pt x="268" y="139"/>
                </a:lnTo>
                <a:lnTo>
                  <a:pt x="268" y="138"/>
                </a:lnTo>
                <a:lnTo>
                  <a:pt x="267" y="137"/>
                </a:lnTo>
                <a:lnTo>
                  <a:pt x="267" y="136"/>
                </a:lnTo>
                <a:lnTo>
                  <a:pt x="266" y="136"/>
                </a:lnTo>
                <a:lnTo>
                  <a:pt x="266" y="135"/>
                </a:lnTo>
                <a:lnTo>
                  <a:pt x="265" y="134"/>
                </a:lnTo>
                <a:lnTo>
                  <a:pt x="265" y="133"/>
                </a:lnTo>
                <a:lnTo>
                  <a:pt x="263" y="129"/>
                </a:lnTo>
                <a:lnTo>
                  <a:pt x="261" y="126"/>
                </a:lnTo>
                <a:lnTo>
                  <a:pt x="260" y="122"/>
                </a:lnTo>
                <a:lnTo>
                  <a:pt x="258" y="119"/>
                </a:lnTo>
                <a:lnTo>
                  <a:pt x="256" y="116"/>
                </a:lnTo>
                <a:lnTo>
                  <a:pt x="253" y="112"/>
                </a:lnTo>
                <a:lnTo>
                  <a:pt x="251" y="109"/>
                </a:lnTo>
                <a:lnTo>
                  <a:pt x="249" y="106"/>
                </a:lnTo>
                <a:lnTo>
                  <a:pt x="247" y="103"/>
                </a:lnTo>
                <a:lnTo>
                  <a:pt x="244" y="100"/>
                </a:lnTo>
                <a:lnTo>
                  <a:pt x="242" y="97"/>
                </a:lnTo>
                <a:lnTo>
                  <a:pt x="239" y="94"/>
                </a:lnTo>
                <a:lnTo>
                  <a:pt x="237" y="91"/>
                </a:lnTo>
                <a:lnTo>
                  <a:pt x="234" y="88"/>
                </a:lnTo>
                <a:lnTo>
                  <a:pt x="231" y="85"/>
                </a:lnTo>
                <a:lnTo>
                  <a:pt x="228" y="82"/>
                </a:lnTo>
                <a:lnTo>
                  <a:pt x="232" y="83"/>
                </a:lnTo>
                <a:lnTo>
                  <a:pt x="236" y="84"/>
                </a:lnTo>
                <a:lnTo>
                  <a:pt x="240" y="85"/>
                </a:lnTo>
                <a:lnTo>
                  <a:pt x="243" y="86"/>
                </a:lnTo>
                <a:lnTo>
                  <a:pt x="247" y="87"/>
                </a:lnTo>
                <a:lnTo>
                  <a:pt x="251" y="88"/>
                </a:lnTo>
                <a:lnTo>
                  <a:pt x="254" y="89"/>
                </a:lnTo>
                <a:lnTo>
                  <a:pt x="258" y="91"/>
                </a:lnTo>
                <a:lnTo>
                  <a:pt x="262" y="92"/>
                </a:lnTo>
                <a:lnTo>
                  <a:pt x="265" y="94"/>
                </a:lnTo>
                <a:lnTo>
                  <a:pt x="268" y="96"/>
                </a:lnTo>
                <a:lnTo>
                  <a:pt x="272" y="98"/>
                </a:lnTo>
                <a:lnTo>
                  <a:pt x="275" y="100"/>
                </a:lnTo>
                <a:lnTo>
                  <a:pt x="278" y="102"/>
                </a:lnTo>
                <a:lnTo>
                  <a:pt x="282" y="104"/>
                </a:lnTo>
                <a:lnTo>
                  <a:pt x="285" y="106"/>
                </a:lnTo>
                <a:close/>
                <a:moveTo>
                  <a:pt x="148" y="97"/>
                </a:moveTo>
                <a:lnTo>
                  <a:pt x="148" y="96"/>
                </a:lnTo>
                <a:lnTo>
                  <a:pt x="150" y="95"/>
                </a:lnTo>
                <a:lnTo>
                  <a:pt x="153" y="93"/>
                </a:lnTo>
                <a:lnTo>
                  <a:pt x="155" y="92"/>
                </a:lnTo>
                <a:lnTo>
                  <a:pt x="158" y="91"/>
                </a:lnTo>
                <a:lnTo>
                  <a:pt x="160" y="90"/>
                </a:lnTo>
                <a:lnTo>
                  <a:pt x="162" y="89"/>
                </a:lnTo>
                <a:lnTo>
                  <a:pt x="165" y="88"/>
                </a:lnTo>
                <a:lnTo>
                  <a:pt x="168" y="87"/>
                </a:lnTo>
                <a:lnTo>
                  <a:pt x="170" y="87"/>
                </a:lnTo>
                <a:lnTo>
                  <a:pt x="173" y="86"/>
                </a:lnTo>
                <a:lnTo>
                  <a:pt x="175" y="85"/>
                </a:lnTo>
                <a:lnTo>
                  <a:pt x="178" y="84"/>
                </a:lnTo>
                <a:lnTo>
                  <a:pt x="180" y="84"/>
                </a:lnTo>
                <a:lnTo>
                  <a:pt x="183" y="83"/>
                </a:lnTo>
                <a:lnTo>
                  <a:pt x="186" y="83"/>
                </a:lnTo>
                <a:lnTo>
                  <a:pt x="188" y="82"/>
                </a:lnTo>
                <a:lnTo>
                  <a:pt x="186" y="85"/>
                </a:lnTo>
                <a:lnTo>
                  <a:pt x="183" y="88"/>
                </a:lnTo>
                <a:lnTo>
                  <a:pt x="180" y="91"/>
                </a:lnTo>
                <a:lnTo>
                  <a:pt x="177" y="94"/>
                </a:lnTo>
                <a:lnTo>
                  <a:pt x="175" y="97"/>
                </a:lnTo>
                <a:lnTo>
                  <a:pt x="172" y="100"/>
                </a:lnTo>
                <a:lnTo>
                  <a:pt x="170" y="103"/>
                </a:lnTo>
                <a:lnTo>
                  <a:pt x="168" y="106"/>
                </a:lnTo>
                <a:lnTo>
                  <a:pt x="165" y="109"/>
                </a:lnTo>
                <a:lnTo>
                  <a:pt x="163" y="112"/>
                </a:lnTo>
                <a:lnTo>
                  <a:pt x="161" y="116"/>
                </a:lnTo>
                <a:lnTo>
                  <a:pt x="159" y="119"/>
                </a:lnTo>
                <a:lnTo>
                  <a:pt x="157" y="122"/>
                </a:lnTo>
                <a:lnTo>
                  <a:pt x="155" y="126"/>
                </a:lnTo>
                <a:lnTo>
                  <a:pt x="153" y="129"/>
                </a:lnTo>
                <a:lnTo>
                  <a:pt x="152" y="133"/>
                </a:lnTo>
                <a:lnTo>
                  <a:pt x="151" y="134"/>
                </a:lnTo>
                <a:lnTo>
                  <a:pt x="151" y="135"/>
                </a:lnTo>
                <a:lnTo>
                  <a:pt x="150" y="136"/>
                </a:lnTo>
                <a:lnTo>
                  <a:pt x="150" y="136"/>
                </a:lnTo>
                <a:lnTo>
                  <a:pt x="149" y="137"/>
                </a:lnTo>
                <a:lnTo>
                  <a:pt x="149" y="138"/>
                </a:lnTo>
                <a:lnTo>
                  <a:pt x="149" y="139"/>
                </a:lnTo>
                <a:lnTo>
                  <a:pt x="148" y="140"/>
                </a:lnTo>
                <a:lnTo>
                  <a:pt x="148" y="141"/>
                </a:lnTo>
                <a:lnTo>
                  <a:pt x="147" y="142"/>
                </a:lnTo>
                <a:lnTo>
                  <a:pt x="147" y="143"/>
                </a:lnTo>
                <a:lnTo>
                  <a:pt x="147" y="144"/>
                </a:lnTo>
                <a:lnTo>
                  <a:pt x="146" y="145"/>
                </a:lnTo>
                <a:lnTo>
                  <a:pt x="146" y="146"/>
                </a:lnTo>
                <a:lnTo>
                  <a:pt x="146" y="147"/>
                </a:lnTo>
                <a:lnTo>
                  <a:pt x="145" y="148"/>
                </a:lnTo>
                <a:lnTo>
                  <a:pt x="128" y="148"/>
                </a:lnTo>
                <a:lnTo>
                  <a:pt x="130" y="145"/>
                </a:lnTo>
                <a:lnTo>
                  <a:pt x="132" y="143"/>
                </a:lnTo>
                <a:lnTo>
                  <a:pt x="134" y="140"/>
                </a:lnTo>
                <a:lnTo>
                  <a:pt x="136" y="137"/>
                </a:lnTo>
                <a:lnTo>
                  <a:pt x="138" y="134"/>
                </a:lnTo>
                <a:lnTo>
                  <a:pt x="140" y="131"/>
                </a:lnTo>
                <a:lnTo>
                  <a:pt x="141" y="128"/>
                </a:lnTo>
                <a:lnTo>
                  <a:pt x="143" y="125"/>
                </a:lnTo>
                <a:lnTo>
                  <a:pt x="144" y="122"/>
                </a:lnTo>
                <a:lnTo>
                  <a:pt x="145" y="118"/>
                </a:lnTo>
                <a:lnTo>
                  <a:pt x="146" y="115"/>
                </a:lnTo>
                <a:lnTo>
                  <a:pt x="147" y="111"/>
                </a:lnTo>
                <a:lnTo>
                  <a:pt x="147" y="108"/>
                </a:lnTo>
                <a:lnTo>
                  <a:pt x="148" y="105"/>
                </a:lnTo>
                <a:lnTo>
                  <a:pt x="148" y="101"/>
                </a:lnTo>
                <a:lnTo>
                  <a:pt x="148" y="97"/>
                </a:lnTo>
                <a:close/>
                <a:moveTo>
                  <a:pt x="49" y="153"/>
                </a:moveTo>
                <a:lnTo>
                  <a:pt x="45" y="151"/>
                </a:lnTo>
                <a:lnTo>
                  <a:pt x="42" y="149"/>
                </a:lnTo>
                <a:lnTo>
                  <a:pt x="38" y="146"/>
                </a:lnTo>
                <a:lnTo>
                  <a:pt x="35" y="143"/>
                </a:lnTo>
                <a:lnTo>
                  <a:pt x="31" y="140"/>
                </a:lnTo>
                <a:lnTo>
                  <a:pt x="28" y="137"/>
                </a:lnTo>
                <a:lnTo>
                  <a:pt x="26" y="134"/>
                </a:lnTo>
                <a:lnTo>
                  <a:pt x="23" y="130"/>
                </a:lnTo>
                <a:lnTo>
                  <a:pt x="21" y="127"/>
                </a:lnTo>
                <a:lnTo>
                  <a:pt x="19" y="123"/>
                </a:lnTo>
                <a:lnTo>
                  <a:pt x="17" y="119"/>
                </a:lnTo>
                <a:lnTo>
                  <a:pt x="16" y="115"/>
                </a:lnTo>
                <a:lnTo>
                  <a:pt x="15" y="111"/>
                </a:lnTo>
                <a:lnTo>
                  <a:pt x="14" y="106"/>
                </a:lnTo>
                <a:lnTo>
                  <a:pt x="14" y="102"/>
                </a:lnTo>
                <a:lnTo>
                  <a:pt x="13" y="97"/>
                </a:lnTo>
                <a:lnTo>
                  <a:pt x="13" y="13"/>
                </a:lnTo>
                <a:lnTo>
                  <a:pt x="134" y="13"/>
                </a:lnTo>
                <a:lnTo>
                  <a:pt x="134" y="97"/>
                </a:lnTo>
                <a:lnTo>
                  <a:pt x="134" y="102"/>
                </a:lnTo>
                <a:lnTo>
                  <a:pt x="134" y="106"/>
                </a:lnTo>
                <a:lnTo>
                  <a:pt x="133" y="111"/>
                </a:lnTo>
                <a:lnTo>
                  <a:pt x="132" y="115"/>
                </a:lnTo>
                <a:lnTo>
                  <a:pt x="130" y="119"/>
                </a:lnTo>
                <a:lnTo>
                  <a:pt x="129" y="123"/>
                </a:lnTo>
                <a:lnTo>
                  <a:pt x="127" y="127"/>
                </a:lnTo>
                <a:lnTo>
                  <a:pt x="125" y="130"/>
                </a:lnTo>
                <a:lnTo>
                  <a:pt x="122" y="134"/>
                </a:lnTo>
                <a:lnTo>
                  <a:pt x="119" y="137"/>
                </a:lnTo>
                <a:lnTo>
                  <a:pt x="116" y="140"/>
                </a:lnTo>
                <a:lnTo>
                  <a:pt x="113" y="143"/>
                </a:lnTo>
                <a:lnTo>
                  <a:pt x="110" y="146"/>
                </a:lnTo>
                <a:lnTo>
                  <a:pt x="106" y="149"/>
                </a:lnTo>
                <a:lnTo>
                  <a:pt x="102" y="151"/>
                </a:lnTo>
                <a:lnTo>
                  <a:pt x="98" y="153"/>
                </a:lnTo>
                <a:lnTo>
                  <a:pt x="84" y="159"/>
                </a:lnTo>
                <a:lnTo>
                  <a:pt x="83" y="159"/>
                </a:lnTo>
                <a:lnTo>
                  <a:pt x="83" y="160"/>
                </a:lnTo>
                <a:lnTo>
                  <a:pt x="82" y="160"/>
                </a:lnTo>
                <a:lnTo>
                  <a:pt x="82" y="160"/>
                </a:lnTo>
                <a:lnTo>
                  <a:pt x="81" y="160"/>
                </a:lnTo>
                <a:lnTo>
                  <a:pt x="80" y="160"/>
                </a:lnTo>
                <a:lnTo>
                  <a:pt x="80" y="161"/>
                </a:lnTo>
                <a:lnTo>
                  <a:pt x="79" y="161"/>
                </a:lnTo>
                <a:lnTo>
                  <a:pt x="78" y="161"/>
                </a:lnTo>
                <a:lnTo>
                  <a:pt x="78" y="161"/>
                </a:lnTo>
                <a:lnTo>
                  <a:pt x="77" y="161"/>
                </a:lnTo>
                <a:lnTo>
                  <a:pt x="77" y="161"/>
                </a:lnTo>
                <a:lnTo>
                  <a:pt x="76" y="161"/>
                </a:lnTo>
                <a:lnTo>
                  <a:pt x="75" y="161"/>
                </a:lnTo>
                <a:lnTo>
                  <a:pt x="75" y="161"/>
                </a:lnTo>
                <a:lnTo>
                  <a:pt x="74" y="161"/>
                </a:lnTo>
                <a:lnTo>
                  <a:pt x="73" y="161"/>
                </a:lnTo>
                <a:lnTo>
                  <a:pt x="73" y="161"/>
                </a:lnTo>
                <a:lnTo>
                  <a:pt x="72" y="161"/>
                </a:lnTo>
                <a:lnTo>
                  <a:pt x="71" y="161"/>
                </a:lnTo>
                <a:lnTo>
                  <a:pt x="71" y="161"/>
                </a:lnTo>
                <a:lnTo>
                  <a:pt x="70" y="161"/>
                </a:lnTo>
                <a:lnTo>
                  <a:pt x="69" y="161"/>
                </a:lnTo>
                <a:lnTo>
                  <a:pt x="69" y="161"/>
                </a:lnTo>
                <a:lnTo>
                  <a:pt x="68" y="161"/>
                </a:lnTo>
                <a:lnTo>
                  <a:pt x="67" y="160"/>
                </a:lnTo>
                <a:lnTo>
                  <a:pt x="67" y="160"/>
                </a:lnTo>
                <a:lnTo>
                  <a:pt x="66" y="160"/>
                </a:lnTo>
                <a:lnTo>
                  <a:pt x="66" y="160"/>
                </a:lnTo>
                <a:lnTo>
                  <a:pt x="65" y="160"/>
                </a:lnTo>
                <a:lnTo>
                  <a:pt x="64" y="159"/>
                </a:lnTo>
                <a:lnTo>
                  <a:pt x="64" y="159"/>
                </a:lnTo>
                <a:close/>
                <a:moveTo>
                  <a:pt x="81" y="208"/>
                </a:moveTo>
                <a:lnTo>
                  <a:pt x="81" y="206"/>
                </a:lnTo>
                <a:lnTo>
                  <a:pt x="81" y="204"/>
                </a:lnTo>
                <a:lnTo>
                  <a:pt x="81" y="202"/>
                </a:lnTo>
                <a:lnTo>
                  <a:pt x="81" y="199"/>
                </a:lnTo>
                <a:lnTo>
                  <a:pt x="81" y="197"/>
                </a:lnTo>
                <a:lnTo>
                  <a:pt x="81" y="195"/>
                </a:lnTo>
                <a:lnTo>
                  <a:pt x="82" y="193"/>
                </a:lnTo>
                <a:lnTo>
                  <a:pt x="82" y="190"/>
                </a:lnTo>
                <a:lnTo>
                  <a:pt x="82" y="188"/>
                </a:lnTo>
                <a:lnTo>
                  <a:pt x="83" y="186"/>
                </a:lnTo>
                <a:lnTo>
                  <a:pt x="83" y="184"/>
                </a:lnTo>
                <a:lnTo>
                  <a:pt x="83" y="182"/>
                </a:lnTo>
                <a:lnTo>
                  <a:pt x="84" y="179"/>
                </a:lnTo>
                <a:lnTo>
                  <a:pt x="84" y="177"/>
                </a:lnTo>
                <a:lnTo>
                  <a:pt x="85" y="175"/>
                </a:lnTo>
                <a:lnTo>
                  <a:pt x="86" y="173"/>
                </a:lnTo>
                <a:lnTo>
                  <a:pt x="86" y="173"/>
                </a:lnTo>
                <a:lnTo>
                  <a:pt x="86" y="173"/>
                </a:lnTo>
                <a:lnTo>
                  <a:pt x="86" y="173"/>
                </a:lnTo>
                <a:lnTo>
                  <a:pt x="87" y="173"/>
                </a:lnTo>
                <a:lnTo>
                  <a:pt x="87" y="172"/>
                </a:lnTo>
                <a:lnTo>
                  <a:pt x="87" y="172"/>
                </a:lnTo>
                <a:lnTo>
                  <a:pt x="87" y="172"/>
                </a:lnTo>
                <a:lnTo>
                  <a:pt x="88" y="172"/>
                </a:lnTo>
                <a:lnTo>
                  <a:pt x="88" y="172"/>
                </a:lnTo>
                <a:lnTo>
                  <a:pt x="88" y="172"/>
                </a:lnTo>
                <a:lnTo>
                  <a:pt x="88" y="172"/>
                </a:lnTo>
                <a:lnTo>
                  <a:pt x="89" y="172"/>
                </a:lnTo>
                <a:lnTo>
                  <a:pt x="89" y="172"/>
                </a:lnTo>
                <a:lnTo>
                  <a:pt x="89" y="172"/>
                </a:lnTo>
                <a:lnTo>
                  <a:pt x="89" y="172"/>
                </a:lnTo>
                <a:lnTo>
                  <a:pt x="90" y="171"/>
                </a:lnTo>
                <a:lnTo>
                  <a:pt x="104" y="165"/>
                </a:lnTo>
                <a:lnTo>
                  <a:pt x="104" y="165"/>
                </a:lnTo>
                <a:lnTo>
                  <a:pt x="105" y="165"/>
                </a:lnTo>
                <a:lnTo>
                  <a:pt x="105" y="164"/>
                </a:lnTo>
                <a:lnTo>
                  <a:pt x="106" y="164"/>
                </a:lnTo>
                <a:lnTo>
                  <a:pt x="106" y="164"/>
                </a:lnTo>
                <a:lnTo>
                  <a:pt x="107" y="164"/>
                </a:lnTo>
                <a:lnTo>
                  <a:pt x="107" y="163"/>
                </a:lnTo>
                <a:lnTo>
                  <a:pt x="108" y="163"/>
                </a:lnTo>
                <a:lnTo>
                  <a:pt x="108" y="163"/>
                </a:lnTo>
                <a:lnTo>
                  <a:pt x="109" y="163"/>
                </a:lnTo>
                <a:lnTo>
                  <a:pt x="109" y="163"/>
                </a:lnTo>
                <a:lnTo>
                  <a:pt x="109" y="162"/>
                </a:lnTo>
                <a:lnTo>
                  <a:pt x="110" y="162"/>
                </a:lnTo>
                <a:lnTo>
                  <a:pt x="110" y="162"/>
                </a:lnTo>
                <a:lnTo>
                  <a:pt x="111" y="162"/>
                </a:lnTo>
                <a:lnTo>
                  <a:pt x="111" y="161"/>
                </a:lnTo>
                <a:lnTo>
                  <a:pt x="141" y="161"/>
                </a:lnTo>
                <a:lnTo>
                  <a:pt x="140" y="164"/>
                </a:lnTo>
                <a:lnTo>
                  <a:pt x="139" y="167"/>
                </a:lnTo>
                <a:lnTo>
                  <a:pt x="139" y="170"/>
                </a:lnTo>
                <a:lnTo>
                  <a:pt x="138" y="173"/>
                </a:lnTo>
                <a:lnTo>
                  <a:pt x="138" y="176"/>
                </a:lnTo>
                <a:lnTo>
                  <a:pt x="137" y="179"/>
                </a:lnTo>
                <a:lnTo>
                  <a:pt x="136" y="182"/>
                </a:lnTo>
                <a:lnTo>
                  <a:pt x="136" y="185"/>
                </a:lnTo>
                <a:lnTo>
                  <a:pt x="136" y="188"/>
                </a:lnTo>
                <a:lnTo>
                  <a:pt x="135" y="191"/>
                </a:lnTo>
                <a:lnTo>
                  <a:pt x="135" y="193"/>
                </a:lnTo>
                <a:lnTo>
                  <a:pt x="135" y="196"/>
                </a:lnTo>
                <a:lnTo>
                  <a:pt x="135" y="199"/>
                </a:lnTo>
                <a:lnTo>
                  <a:pt x="135" y="202"/>
                </a:lnTo>
                <a:lnTo>
                  <a:pt x="134" y="205"/>
                </a:lnTo>
                <a:lnTo>
                  <a:pt x="134" y="208"/>
                </a:lnTo>
                <a:lnTo>
                  <a:pt x="134" y="211"/>
                </a:lnTo>
                <a:lnTo>
                  <a:pt x="135" y="214"/>
                </a:lnTo>
                <a:lnTo>
                  <a:pt x="135" y="217"/>
                </a:lnTo>
                <a:lnTo>
                  <a:pt x="135" y="220"/>
                </a:lnTo>
                <a:lnTo>
                  <a:pt x="135" y="223"/>
                </a:lnTo>
                <a:lnTo>
                  <a:pt x="135" y="226"/>
                </a:lnTo>
                <a:lnTo>
                  <a:pt x="136" y="229"/>
                </a:lnTo>
                <a:lnTo>
                  <a:pt x="136" y="232"/>
                </a:lnTo>
                <a:lnTo>
                  <a:pt x="136" y="235"/>
                </a:lnTo>
                <a:lnTo>
                  <a:pt x="137" y="238"/>
                </a:lnTo>
                <a:lnTo>
                  <a:pt x="138" y="241"/>
                </a:lnTo>
                <a:lnTo>
                  <a:pt x="138" y="244"/>
                </a:lnTo>
                <a:lnTo>
                  <a:pt x="139" y="247"/>
                </a:lnTo>
                <a:lnTo>
                  <a:pt x="139" y="250"/>
                </a:lnTo>
                <a:lnTo>
                  <a:pt x="140" y="252"/>
                </a:lnTo>
                <a:lnTo>
                  <a:pt x="141" y="255"/>
                </a:lnTo>
                <a:lnTo>
                  <a:pt x="111" y="255"/>
                </a:lnTo>
                <a:lnTo>
                  <a:pt x="104" y="248"/>
                </a:lnTo>
                <a:lnTo>
                  <a:pt x="103" y="247"/>
                </a:lnTo>
                <a:lnTo>
                  <a:pt x="102" y="247"/>
                </a:lnTo>
                <a:lnTo>
                  <a:pt x="101" y="246"/>
                </a:lnTo>
                <a:lnTo>
                  <a:pt x="100" y="246"/>
                </a:lnTo>
                <a:lnTo>
                  <a:pt x="99" y="245"/>
                </a:lnTo>
                <a:lnTo>
                  <a:pt x="98" y="244"/>
                </a:lnTo>
                <a:lnTo>
                  <a:pt x="97" y="244"/>
                </a:lnTo>
                <a:lnTo>
                  <a:pt x="96" y="244"/>
                </a:lnTo>
                <a:lnTo>
                  <a:pt x="95" y="243"/>
                </a:lnTo>
                <a:lnTo>
                  <a:pt x="94" y="243"/>
                </a:lnTo>
                <a:lnTo>
                  <a:pt x="93" y="243"/>
                </a:lnTo>
                <a:lnTo>
                  <a:pt x="92" y="242"/>
                </a:lnTo>
                <a:lnTo>
                  <a:pt x="91" y="242"/>
                </a:lnTo>
                <a:lnTo>
                  <a:pt x="90" y="242"/>
                </a:lnTo>
                <a:lnTo>
                  <a:pt x="88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5" y="242"/>
                </a:lnTo>
                <a:lnTo>
                  <a:pt x="85" y="242"/>
                </a:lnTo>
                <a:lnTo>
                  <a:pt x="85" y="242"/>
                </a:lnTo>
                <a:lnTo>
                  <a:pt x="85" y="240"/>
                </a:lnTo>
                <a:lnTo>
                  <a:pt x="84" y="238"/>
                </a:lnTo>
                <a:lnTo>
                  <a:pt x="84" y="236"/>
                </a:lnTo>
                <a:lnTo>
                  <a:pt x="83" y="234"/>
                </a:lnTo>
                <a:lnTo>
                  <a:pt x="83" y="232"/>
                </a:lnTo>
                <a:lnTo>
                  <a:pt x="82" y="230"/>
                </a:lnTo>
                <a:lnTo>
                  <a:pt x="82" y="227"/>
                </a:lnTo>
                <a:lnTo>
                  <a:pt x="82" y="225"/>
                </a:lnTo>
                <a:lnTo>
                  <a:pt x="82" y="223"/>
                </a:lnTo>
                <a:lnTo>
                  <a:pt x="81" y="221"/>
                </a:lnTo>
                <a:lnTo>
                  <a:pt x="81" y="219"/>
                </a:lnTo>
                <a:lnTo>
                  <a:pt x="81" y="217"/>
                </a:lnTo>
                <a:lnTo>
                  <a:pt x="81" y="215"/>
                </a:lnTo>
                <a:lnTo>
                  <a:pt x="81" y="213"/>
                </a:lnTo>
                <a:lnTo>
                  <a:pt x="81" y="210"/>
                </a:lnTo>
                <a:lnTo>
                  <a:pt x="81" y="208"/>
                </a:lnTo>
                <a:close/>
                <a:moveTo>
                  <a:pt x="14" y="318"/>
                </a:moveTo>
                <a:lnTo>
                  <a:pt x="80" y="258"/>
                </a:lnTo>
                <a:lnTo>
                  <a:pt x="81" y="258"/>
                </a:lnTo>
                <a:lnTo>
                  <a:pt x="81" y="258"/>
                </a:lnTo>
                <a:lnTo>
                  <a:pt x="81" y="257"/>
                </a:lnTo>
                <a:lnTo>
                  <a:pt x="82" y="257"/>
                </a:lnTo>
                <a:lnTo>
                  <a:pt x="82" y="257"/>
                </a:lnTo>
                <a:lnTo>
                  <a:pt x="83" y="256"/>
                </a:lnTo>
                <a:lnTo>
                  <a:pt x="83" y="256"/>
                </a:lnTo>
                <a:lnTo>
                  <a:pt x="84" y="256"/>
                </a:lnTo>
                <a:lnTo>
                  <a:pt x="84" y="256"/>
                </a:lnTo>
                <a:lnTo>
                  <a:pt x="84" y="256"/>
                </a:lnTo>
                <a:lnTo>
                  <a:pt x="85" y="256"/>
                </a:lnTo>
                <a:lnTo>
                  <a:pt x="85" y="256"/>
                </a:lnTo>
                <a:lnTo>
                  <a:pt x="86" y="255"/>
                </a:lnTo>
                <a:lnTo>
                  <a:pt x="86" y="255"/>
                </a:lnTo>
                <a:lnTo>
                  <a:pt x="87" y="255"/>
                </a:lnTo>
                <a:lnTo>
                  <a:pt x="87" y="255"/>
                </a:lnTo>
                <a:lnTo>
                  <a:pt x="88" y="255"/>
                </a:lnTo>
                <a:lnTo>
                  <a:pt x="88" y="255"/>
                </a:lnTo>
                <a:lnTo>
                  <a:pt x="89" y="255"/>
                </a:lnTo>
                <a:lnTo>
                  <a:pt x="89" y="256"/>
                </a:lnTo>
                <a:lnTo>
                  <a:pt x="90" y="256"/>
                </a:lnTo>
                <a:lnTo>
                  <a:pt x="90" y="256"/>
                </a:lnTo>
                <a:lnTo>
                  <a:pt x="91" y="256"/>
                </a:lnTo>
                <a:lnTo>
                  <a:pt x="91" y="256"/>
                </a:lnTo>
                <a:lnTo>
                  <a:pt x="92" y="256"/>
                </a:lnTo>
                <a:lnTo>
                  <a:pt x="92" y="256"/>
                </a:lnTo>
                <a:lnTo>
                  <a:pt x="93" y="257"/>
                </a:lnTo>
                <a:lnTo>
                  <a:pt x="93" y="257"/>
                </a:lnTo>
                <a:lnTo>
                  <a:pt x="93" y="257"/>
                </a:lnTo>
                <a:lnTo>
                  <a:pt x="94" y="258"/>
                </a:lnTo>
                <a:lnTo>
                  <a:pt x="94" y="258"/>
                </a:lnTo>
                <a:lnTo>
                  <a:pt x="95" y="258"/>
                </a:lnTo>
                <a:lnTo>
                  <a:pt x="160" y="318"/>
                </a:lnTo>
                <a:lnTo>
                  <a:pt x="161" y="318"/>
                </a:lnTo>
                <a:lnTo>
                  <a:pt x="161" y="318"/>
                </a:lnTo>
                <a:lnTo>
                  <a:pt x="161" y="318"/>
                </a:lnTo>
                <a:lnTo>
                  <a:pt x="161" y="318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20"/>
                </a:lnTo>
                <a:lnTo>
                  <a:pt x="161" y="320"/>
                </a:lnTo>
                <a:lnTo>
                  <a:pt x="161" y="320"/>
                </a:lnTo>
                <a:lnTo>
                  <a:pt x="161" y="320"/>
                </a:lnTo>
                <a:lnTo>
                  <a:pt x="161" y="320"/>
                </a:lnTo>
                <a:lnTo>
                  <a:pt x="161" y="320"/>
                </a:lnTo>
                <a:lnTo>
                  <a:pt x="161" y="321"/>
                </a:lnTo>
                <a:lnTo>
                  <a:pt x="161" y="321"/>
                </a:lnTo>
                <a:lnTo>
                  <a:pt x="161" y="321"/>
                </a:lnTo>
                <a:lnTo>
                  <a:pt x="161" y="321"/>
                </a:lnTo>
                <a:lnTo>
                  <a:pt x="161" y="322"/>
                </a:lnTo>
                <a:lnTo>
                  <a:pt x="161" y="322"/>
                </a:lnTo>
                <a:lnTo>
                  <a:pt x="160" y="322"/>
                </a:lnTo>
                <a:lnTo>
                  <a:pt x="160" y="322"/>
                </a:lnTo>
                <a:lnTo>
                  <a:pt x="160" y="322"/>
                </a:lnTo>
                <a:lnTo>
                  <a:pt x="160" y="322"/>
                </a:lnTo>
                <a:lnTo>
                  <a:pt x="159" y="322"/>
                </a:lnTo>
                <a:lnTo>
                  <a:pt x="159" y="323"/>
                </a:lnTo>
                <a:lnTo>
                  <a:pt x="159" y="323"/>
                </a:lnTo>
                <a:lnTo>
                  <a:pt x="159" y="323"/>
                </a:lnTo>
                <a:lnTo>
                  <a:pt x="145" y="323"/>
                </a:lnTo>
                <a:lnTo>
                  <a:pt x="87" y="270"/>
                </a:lnTo>
                <a:lnTo>
                  <a:pt x="29" y="323"/>
                </a:lnTo>
                <a:lnTo>
                  <a:pt x="16" y="323"/>
                </a:lnTo>
                <a:lnTo>
                  <a:pt x="16" y="323"/>
                </a:lnTo>
                <a:lnTo>
                  <a:pt x="16" y="323"/>
                </a:lnTo>
                <a:lnTo>
                  <a:pt x="15" y="322"/>
                </a:lnTo>
                <a:lnTo>
                  <a:pt x="15" y="322"/>
                </a:lnTo>
                <a:lnTo>
                  <a:pt x="15" y="322"/>
                </a:lnTo>
                <a:lnTo>
                  <a:pt x="15" y="322"/>
                </a:lnTo>
                <a:lnTo>
                  <a:pt x="14" y="322"/>
                </a:lnTo>
                <a:lnTo>
                  <a:pt x="14" y="322"/>
                </a:lnTo>
                <a:lnTo>
                  <a:pt x="14" y="322"/>
                </a:lnTo>
                <a:lnTo>
                  <a:pt x="14" y="321"/>
                </a:lnTo>
                <a:lnTo>
                  <a:pt x="14" y="321"/>
                </a:lnTo>
                <a:lnTo>
                  <a:pt x="14" y="321"/>
                </a:lnTo>
                <a:lnTo>
                  <a:pt x="14" y="321"/>
                </a:lnTo>
                <a:lnTo>
                  <a:pt x="13" y="320"/>
                </a:lnTo>
                <a:lnTo>
                  <a:pt x="13" y="320"/>
                </a:lnTo>
                <a:lnTo>
                  <a:pt x="13" y="320"/>
                </a:lnTo>
                <a:lnTo>
                  <a:pt x="13" y="320"/>
                </a:lnTo>
                <a:lnTo>
                  <a:pt x="13" y="320"/>
                </a:lnTo>
                <a:lnTo>
                  <a:pt x="13" y="320"/>
                </a:lnTo>
                <a:lnTo>
                  <a:pt x="13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8"/>
                </a:lnTo>
                <a:lnTo>
                  <a:pt x="14" y="318"/>
                </a:lnTo>
                <a:lnTo>
                  <a:pt x="14" y="318"/>
                </a:lnTo>
                <a:lnTo>
                  <a:pt x="14" y="318"/>
                </a:lnTo>
                <a:lnTo>
                  <a:pt x="14" y="318"/>
                </a:lnTo>
                <a:close/>
                <a:moveTo>
                  <a:pt x="108" y="376"/>
                </a:moveTo>
                <a:lnTo>
                  <a:pt x="108" y="336"/>
                </a:lnTo>
                <a:lnTo>
                  <a:pt x="121" y="336"/>
                </a:lnTo>
                <a:lnTo>
                  <a:pt x="121" y="376"/>
                </a:lnTo>
                <a:close/>
                <a:moveTo>
                  <a:pt x="49" y="323"/>
                </a:moveTo>
                <a:lnTo>
                  <a:pt x="87" y="288"/>
                </a:lnTo>
                <a:lnTo>
                  <a:pt x="125" y="323"/>
                </a:lnTo>
                <a:close/>
                <a:moveTo>
                  <a:pt x="67" y="336"/>
                </a:moveTo>
                <a:lnTo>
                  <a:pt x="67" y="376"/>
                </a:lnTo>
                <a:lnTo>
                  <a:pt x="54" y="376"/>
                </a:lnTo>
                <a:lnTo>
                  <a:pt x="54" y="336"/>
                </a:lnTo>
                <a:close/>
                <a:moveTo>
                  <a:pt x="81" y="336"/>
                </a:moveTo>
                <a:lnTo>
                  <a:pt x="94" y="336"/>
                </a:lnTo>
                <a:lnTo>
                  <a:pt x="94" y="376"/>
                </a:lnTo>
                <a:lnTo>
                  <a:pt x="81" y="376"/>
                </a:lnTo>
                <a:close/>
                <a:moveTo>
                  <a:pt x="27" y="336"/>
                </a:moveTo>
                <a:lnTo>
                  <a:pt x="40" y="336"/>
                </a:lnTo>
                <a:lnTo>
                  <a:pt x="40" y="376"/>
                </a:lnTo>
                <a:lnTo>
                  <a:pt x="27" y="376"/>
                </a:lnTo>
                <a:close/>
                <a:moveTo>
                  <a:pt x="161" y="403"/>
                </a:moveTo>
                <a:lnTo>
                  <a:pt x="161" y="403"/>
                </a:lnTo>
                <a:lnTo>
                  <a:pt x="13" y="403"/>
                </a:lnTo>
                <a:lnTo>
                  <a:pt x="13" y="390"/>
                </a:lnTo>
                <a:lnTo>
                  <a:pt x="161" y="390"/>
                </a:lnTo>
                <a:close/>
                <a:moveTo>
                  <a:pt x="134" y="376"/>
                </a:moveTo>
                <a:lnTo>
                  <a:pt x="134" y="336"/>
                </a:lnTo>
                <a:lnTo>
                  <a:pt x="148" y="336"/>
                </a:lnTo>
                <a:lnTo>
                  <a:pt x="148" y="376"/>
                </a:lnTo>
                <a:close/>
                <a:moveTo>
                  <a:pt x="256" y="327"/>
                </a:moveTo>
                <a:lnTo>
                  <a:pt x="254" y="328"/>
                </a:lnTo>
                <a:lnTo>
                  <a:pt x="252" y="328"/>
                </a:lnTo>
                <a:lnTo>
                  <a:pt x="251" y="329"/>
                </a:lnTo>
                <a:lnTo>
                  <a:pt x="249" y="329"/>
                </a:lnTo>
                <a:lnTo>
                  <a:pt x="247" y="330"/>
                </a:lnTo>
                <a:lnTo>
                  <a:pt x="246" y="331"/>
                </a:lnTo>
                <a:lnTo>
                  <a:pt x="244" y="331"/>
                </a:lnTo>
                <a:lnTo>
                  <a:pt x="242" y="331"/>
                </a:lnTo>
                <a:lnTo>
                  <a:pt x="240" y="332"/>
                </a:lnTo>
                <a:lnTo>
                  <a:pt x="239" y="332"/>
                </a:lnTo>
                <a:lnTo>
                  <a:pt x="237" y="333"/>
                </a:lnTo>
                <a:lnTo>
                  <a:pt x="235" y="333"/>
                </a:lnTo>
                <a:lnTo>
                  <a:pt x="234" y="334"/>
                </a:lnTo>
                <a:lnTo>
                  <a:pt x="232" y="334"/>
                </a:lnTo>
                <a:lnTo>
                  <a:pt x="230" y="334"/>
                </a:lnTo>
                <a:lnTo>
                  <a:pt x="228" y="334"/>
                </a:lnTo>
                <a:lnTo>
                  <a:pt x="231" y="332"/>
                </a:lnTo>
                <a:lnTo>
                  <a:pt x="234" y="329"/>
                </a:lnTo>
                <a:lnTo>
                  <a:pt x="237" y="326"/>
                </a:lnTo>
                <a:lnTo>
                  <a:pt x="239" y="323"/>
                </a:lnTo>
                <a:lnTo>
                  <a:pt x="242" y="320"/>
                </a:lnTo>
                <a:lnTo>
                  <a:pt x="244" y="317"/>
                </a:lnTo>
                <a:lnTo>
                  <a:pt x="247" y="314"/>
                </a:lnTo>
                <a:lnTo>
                  <a:pt x="249" y="311"/>
                </a:lnTo>
                <a:lnTo>
                  <a:pt x="251" y="308"/>
                </a:lnTo>
                <a:lnTo>
                  <a:pt x="253" y="304"/>
                </a:lnTo>
                <a:lnTo>
                  <a:pt x="256" y="301"/>
                </a:lnTo>
                <a:lnTo>
                  <a:pt x="258" y="298"/>
                </a:lnTo>
                <a:lnTo>
                  <a:pt x="260" y="294"/>
                </a:lnTo>
                <a:lnTo>
                  <a:pt x="261" y="291"/>
                </a:lnTo>
                <a:lnTo>
                  <a:pt x="263" y="287"/>
                </a:lnTo>
                <a:lnTo>
                  <a:pt x="265" y="284"/>
                </a:lnTo>
                <a:lnTo>
                  <a:pt x="265" y="283"/>
                </a:lnTo>
                <a:lnTo>
                  <a:pt x="266" y="282"/>
                </a:lnTo>
                <a:lnTo>
                  <a:pt x="266" y="281"/>
                </a:lnTo>
                <a:lnTo>
                  <a:pt x="267" y="280"/>
                </a:lnTo>
                <a:lnTo>
                  <a:pt x="267" y="279"/>
                </a:lnTo>
                <a:lnTo>
                  <a:pt x="268" y="278"/>
                </a:lnTo>
                <a:lnTo>
                  <a:pt x="268" y="277"/>
                </a:lnTo>
                <a:lnTo>
                  <a:pt x="268" y="276"/>
                </a:lnTo>
                <a:lnTo>
                  <a:pt x="269" y="275"/>
                </a:lnTo>
                <a:lnTo>
                  <a:pt x="269" y="275"/>
                </a:lnTo>
                <a:lnTo>
                  <a:pt x="270" y="274"/>
                </a:lnTo>
                <a:lnTo>
                  <a:pt x="270" y="273"/>
                </a:lnTo>
                <a:lnTo>
                  <a:pt x="270" y="272"/>
                </a:lnTo>
                <a:lnTo>
                  <a:pt x="271" y="271"/>
                </a:lnTo>
                <a:lnTo>
                  <a:pt x="271" y="270"/>
                </a:lnTo>
                <a:lnTo>
                  <a:pt x="271" y="269"/>
                </a:lnTo>
                <a:lnTo>
                  <a:pt x="302" y="269"/>
                </a:lnTo>
                <a:lnTo>
                  <a:pt x="301" y="269"/>
                </a:lnTo>
                <a:lnTo>
                  <a:pt x="301" y="270"/>
                </a:lnTo>
                <a:lnTo>
                  <a:pt x="300" y="271"/>
                </a:lnTo>
                <a:lnTo>
                  <a:pt x="300" y="271"/>
                </a:lnTo>
                <a:lnTo>
                  <a:pt x="299" y="272"/>
                </a:lnTo>
                <a:lnTo>
                  <a:pt x="299" y="273"/>
                </a:lnTo>
                <a:lnTo>
                  <a:pt x="298" y="273"/>
                </a:lnTo>
                <a:lnTo>
                  <a:pt x="298" y="274"/>
                </a:lnTo>
                <a:lnTo>
                  <a:pt x="297" y="275"/>
                </a:lnTo>
                <a:lnTo>
                  <a:pt x="297" y="276"/>
                </a:lnTo>
                <a:lnTo>
                  <a:pt x="296" y="276"/>
                </a:lnTo>
                <a:lnTo>
                  <a:pt x="296" y="277"/>
                </a:lnTo>
                <a:lnTo>
                  <a:pt x="296" y="278"/>
                </a:lnTo>
                <a:lnTo>
                  <a:pt x="295" y="279"/>
                </a:lnTo>
                <a:lnTo>
                  <a:pt x="295" y="279"/>
                </a:lnTo>
                <a:lnTo>
                  <a:pt x="295" y="280"/>
                </a:lnTo>
                <a:lnTo>
                  <a:pt x="294" y="281"/>
                </a:lnTo>
                <a:lnTo>
                  <a:pt x="294" y="283"/>
                </a:lnTo>
                <a:lnTo>
                  <a:pt x="293" y="284"/>
                </a:lnTo>
                <a:lnTo>
                  <a:pt x="292" y="285"/>
                </a:lnTo>
                <a:lnTo>
                  <a:pt x="291" y="286"/>
                </a:lnTo>
                <a:lnTo>
                  <a:pt x="291" y="287"/>
                </a:lnTo>
                <a:lnTo>
                  <a:pt x="290" y="288"/>
                </a:lnTo>
                <a:lnTo>
                  <a:pt x="289" y="289"/>
                </a:lnTo>
                <a:lnTo>
                  <a:pt x="288" y="290"/>
                </a:lnTo>
                <a:lnTo>
                  <a:pt x="287" y="291"/>
                </a:lnTo>
                <a:lnTo>
                  <a:pt x="286" y="291"/>
                </a:lnTo>
                <a:lnTo>
                  <a:pt x="285" y="292"/>
                </a:lnTo>
                <a:lnTo>
                  <a:pt x="284" y="293"/>
                </a:lnTo>
                <a:lnTo>
                  <a:pt x="283" y="294"/>
                </a:lnTo>
                <a:lnTo>
                  <a:pt x="281" y="294"/>
                </a:lnTo>
                <a:lnTo>
                  <a:pt x="280" y="295"/>
                </a:lnTo>
                <a:lnTo>
                  <a:pt x="278" y="296"/>
                </a:lnTo>
                <a:lnTo>
                  <a:pt x="275" y="297"/>
                </a:lnTo>
                <a:lnTo>
                  <a:pt x="273" y="298"/>
                </a:lnTo>
                <a:lnTo>
                  <a:pt x="271" y="300"/>
                </a:lnTo>
                <a:lnTo>
                  <a:pt x="269" y="302"/>
                </a:lnTo>
                <a:lnTo>
                  <a:pt x="267" y="303"/>
                </a:lnTo>
                <a:lnTo>
                  <a:pt x="265" y="305"/>
                </a:lnTo>
                <a:lnTo>
                  <a:pt x="263" y="307"/>
                </a:lnTo>
                <a:lnTo>
                  <a:pt x="262" y="310"/>
                </a:lnTo>
                <a:lnTo>
                  <a:pt x="260" y="312"/>
                </a:lnTo>
                <a:lnTo>
                  <a:pt x="259" y="314"/>
                </a:lnTo>
                <a:lnTo>
                  <a:pt x="258" y="317"/>
                </a:lnTo>
                <a:lnTo>
                  <a:pt x="257" y="319"/>
                </a:lnTo>
                <a:lnTo>
                  <a:pt x="257" y="322"/>
                </a:lnTo>
                <a:lnTo>
                  <a:pt x="256" y="324"/>
                </a:lnTo>
                <a:lnTo>
                  <a:pt x="256" y="327"/>
                </a:lnTo>
                <a:close/>
                <a:moveTo>
                  <a:pt x="403" y="346"/>
                </a:moveTo>
                <a:lnTo>
                  <a:pt x="403" y="352"/>
                </a:lnTo>
                <a:lnTo>
                  <a:pt x="402" y="358"/>
                </a:lnTo>
                <a:lnTo>
                  <a:pt x="401" y="363"/>
                </a:lnTo>
                <a:lnTo>
                  <a:pt x="399" y="368"/>
                </a:lnTo>
                <a:lnTo>
                  <a:pt x="396" y="373"/>
                </a:lnTo>
                <a:lnTo>
                  <a:pt x="394" y="378"/>
                </a:lnTo>
                <a:lnTo>
                  <a:pt x="390" y="383"/>
                </a:lnTo>
                <a:lnTo>
                  <a:pt x="387" y="387"/>
                </a:lnTo>
                <a:lnTo>
                  <a:pt x="383" y="390"/>
                </a:lnTo>
                <a:lnTo>
                  <a:pt x="378" y="393"/>
                </a:lnTo>
                <a:lnTo>
                  <a:pt x="373" y="396"/>
                </a:lnTo>
                <a:lnTo>
                  <a:pt x="368" y="399"/>
                </a:lnTo>
                <a:lnTo>
                  <a:pt x="363" y="401"/>
                </a:lnTo>
                <a:lnTo>
                  <a:pt x="358" y="402"/>
                </a:lnTo>
                <a:lnTo>
                  <a:pt x="352" y="403"/>
                </a:lnTo>
                <a:lnTo>
                  <a:pt x="346" y="403"/>
                </a:lnTo>
                <a:lnTo>
                  <a:pt x="343" y="403"/>
                </a:lnTo>
                <a:lnTo>
                  <a:pt x="340" y="403"/>
                </a:lnTo>
                <a:lnTo>
                  <a:pt x="337" y="402"/>
                </a:lnTo>
                <a:lnTo>
                  <a:pt x="334" y="402"/>
                </a:lnTo>
                <a:lnTo>
                  <a:pt x="331" y="401"/>
                </a:lnTo>
                <a:lnTo>
                  <a:pt x="328" y="400"/>
                </a:lnTo>
                <a:lnTo>
                  <a:pt x="325" y="399"/>
                </a:lnTo>
                <a:lnTo>
                  <a:pt x="322" y="398"/>
                </a:lnTo>
                <a:lnTo>
                  <a:pt x="319" y="396"/>
                </a:lnTo>
                <a:lnTo>
                  <a:pt x="316" y="395"/>
                </a:lnTo>
                <a:lnTo>
                  <a:pt x="314" y="393"/>
                </a:lnTo>
                <a:lnTo>
                  <a:pt x="311" y="391"/>
                </a:lnTo>
                <a:lnTo>
                  <a:pt x="309" y="389"/>
                </a:lnTo>
                <a:lnTo>
                  <a:pt x="306" y="387"/>
                </a:lnTo>
                <a:lnTo>
                  <a:pt x="304" y="384"/>
                </a:lnTo>
                <a:lnTo>
                  <a:pt x="302" y="382"/>
                </a:lnTo>
                <a:lnTo>
                  <a:pt x="275" y="347"/>
                </a:lnTo>
                <a:lnTo>
                  <a:pt x="274" y="347"/>
                </a:lnTo>
                <a:lnTo>
                  <a:pt x="273" y="346"/>
                </a:lnTo>
                <a:lnTo>
                  <a:pt x="273" y="345"/>
                </a:lnTo>
                <a:lnTo>
                  <a:pt x="272" y="344"/>
                </a:lnTo>
                <a:lnTo>
                  <a:pt x="272" y="343"/>
                </a:lnTo>
                <a:lnTo>
                  <a:pt x="271" y="342"/>
                </a:lnTo>
                <a:lnTo>
                  <a:pt x="271" y="341"/>
                </a:lnTo>
                <a:lnTo>
                  <a:pt x="270" y="340"/>
                </a:lnTo>
                <a:lnTo>
                  <a:pt x="270" y="339"/>
                </a:lnTo>
                <a:lnTo>
                  <a:pt x="270" y="338"/>
                </a:lnTo>
                <a:lnTo>
                  <a:pt x="269" y="337"/>
                </a:lnTo>
                <a:lnTo>
                  <a:pt x="269" y="336"/>
                </a:lnTo>
                <a:lnTo>
                  <a:pt x="269" y="335"/>
                </a:lnTo>
                <a:lnTo>
                  <a:pt x="269" y="333"/>
                </a:lnTo>
                <a:lnTo>
                  <a:pt x="269" y="332"/>
                </a:lnTo>
                <a:lnTo>
                  <a:pt x="269" y="331"/>
                </a:lnTo>
                <a:lnTo>
                  <a:pt x="269" y="329"/>
                </a:lnTo>
                <a:lnTo>
                  <a:pt x="269" y="327"/>
                </a:lnTo>
                <a:lnTo>
                  <a:pt x="269" y="325"/>
                </a:lnTo>
                <a:lnTo>
                  <a:pt x="270" y="324"/>
                </a:lnTo>
                <a:lnTo>
                  <a:pt x="271" y="322"/>
                </a:lnTo>
                <a:lnTo>
                  <a:pt x="271" y="320"/>
                </a:lnTo>
                <a:lnTo>
                  <a:pt x="272" y="318"/>
                </a:lnTo>
                <a:lnTo>
                  <a:pt x="273" y="317"/>
                </a:lnTo>
                <a:lnTo>
                  <a:pt x="274" y="315"/>
                </a:lnTo>
                <a:lnTo>
                  <a:pt x="276" y="314"/>
                </a:lnTo>
                <a:lnTo>
                  <a:pt x="277" y="312"/>
                </a:lnTo>
                <a:lnTo>
                  <a:pt x="278" y="311"/>
                </a:lnTo>
                <a:lnTo>
                  <a:pt x="280" y="310"/>
                </a:lnTo>
                <a:lnTo>
                  <a:pt x="282" y="309"/>
                </a:lnTo>
                <a:lnTo>
                  <a:pt x="283" y="308"/>
                </a:lnTo>
                <a:lnTo>
                  <a:pt x="285" y="307"/>
                </a:lnTo>
                <a:lnTo>
                  <a:pt x="287" y="306"/>
                </a:lnTo>
                <a:lnTo>
                  <a:pt x="289" y="305"/>
                </a:lnTo>
                <a:lnTo>
                  <a:pt x="291" y="304"/>
                </a:lnTo>
                <a:lnTo>
                  <a:pt x="292" y="303"/>
                </a:lnTo>
                <a:lnTo>
                  <a:pt x="294" y="302"/>
                </a:lnTo>
                <a:lnTo>
                  <a:pt x="295" y="301"/>
                </a:lnTo>
                <a:lnTo>
                  <a:pt x="297" y="300"/>
                </a:lnTo>
                <a:lnTo>
                  <a:pt x="298" y="298"/>
                </a:lnTo>
                <a:lnTo>
                  <a:pt x="300" y="297"/>
                </a:lnTo>
                <a:lnTo>
                  <a:pt x="301" y="295"/>
                </a:lnTo>
                <a:lnTo>
                  <a:pt x="302" y="294"/>
                </a:lnTo>
                <a:lnTo>
                  <a:pt x="303" y="292"/>
                </a:lnTo>
                <a:lnTo>
                  <a:pt x="305" y="291"/>
                </a:lnTo>
                <a:lnTo>
                  <a:pt x="305" y="289"/>
                </a:lnTo>
                <a:lnTo>
                  <a:pt x="306" y="287"/>
                </a:lnTo>
                <a:lnTo>
                  <a:pt x="307" y="285"/>
                </a:lnTo>
                <a:lnTo>
                  <a:pt x="308" y="283"/>
                </a:lnTo>
                <a:lnTo>
                  <a:pt x="309" y="282"/>
                </a:lnTo>
                <a:lnTo>
                  <a:pt x="310" y="280"/>
                </a:lnTo>
                <a:lnTo>
                  <a:pt x="311" y="278"/>
                </a:lnTo>
                <a:lnTo>
                  <a:pt x="312" y="277"/>
                </a:lnTo>
                <a:lnTo>
                  <a:pt x="314" y="276"/>
                </a:lnTo>
                <a:lnTo>
                  <a:pt x="315" y="274"/>
                </a:lnTo>
                <a:lnTo>
                  <a:pt x="317" y="273"/>
                </a:lnTo>
                <a:lnTo>
                  <a:pt x="318" y="272"/>
                </a:lnTo>
                <a:lnTo>
                  <a:pt x="320" y="271"/>
                </a:lnTo>
                <a:lnTo>
                  <a:pt x="322" y="271"/>
                </a:lnTo>
                <a:lnTo>
                  <a:pt x="324" y="270"/>
                </a:lnTo>
                <a:lnTo>
                  <a:pt x="325" y="269"/>
                </a:lnTo>
                <a:lnTo>
                  <a:pt x="327" y="269"/>
                </a:lnTo>
                <a:lnTo>
                  <a:pt x="329" y="269"/>
                </a:lnTo>
                <a:lnTo>
                  <a:pt x="331" y="269"/>
                </a:lnTo>
                <a:lnTo>
                  <a:pt x="332" y="269"/>
                </a:lnTo>
                <a:lnTo>
                  <a:pt x="333" y="269"/>
                </a:lnTo>
                <a:lnTo>
                  <a:pt x="335" y="269"/>
                </a:lnTo>
                <a:lnTo>
                  <a:pt x="336" y="269"/>
                </a:lnTo>
                <a:lnTo>
                  <a:pt x="337" y="269"/>
                </a:lnTo>
                <a:lnTo>
                  <a:pt x="338" y="270"/>
                </a:lnTo>
                <a:lnTo>
                  <a:pt x="339" y="270"/>
                </a:lnTo>
                <a:lnTo>
                  <a:pt x="340" y="270"/>
                </a:lnTo>
                <a:lnTo>
                  <a:pt x="341" y="271"/>
                </a:lnTo>
                <a:lnTo>
                  <a:pt x="342" y="271"/>
                </a:lnTo>
                <a:lnTo>
                  <a:pt x="343" y="272"/>
                </a:lnTo>
                <a:lnTo>
                  <a:pt x="344" y="272"/>
                </a:lnTo>
                <a:lnTo>
                  <a:pt x="345" y="273"/>
                </a:lnTo>
                <a:lnTo>
                  <a:pt x="346" y="273"/>
                </a:lnTo>
                <a:lnTo>
                  <a:pt x="347" y="274"/>
                </a:lnTo>
                <a:lnTo>
                  <a:pt x="347" y="274"/>
                </a:lnTo>
                <a:lnTo>
                  <a:pt x="359" y="284"/>
                </a:lnTo>
                <a:lnTo>
                  <a:pt x="340" y="302"/>
                </a:lnTo>
                <a:lnTo>
                  <a:pt x="340" y="303"/>
                </a:lnTo>
                <a:lnTo>
                  <a:pt x="339" y="303"/>
                </a:lnTo>
                <a:lnTo>
                  <a:pt x="339" y="304"/>
                </a:lnTo>
                <a:lnTo>
                  <a:pt x="338" y="304"/>
                </a:lnTo>
                <a:lnTo>
                  <a:pt x="338" y="305"/>
                </a:lnTo>
                <a:lnTo>
                  <a:pt x="338" y="305"/>
                </a:lnTo>
                <a:lnTo>
                  <a:pt x="338" y="306"/>
                </a:lnTo>
                <a:lnTo>
                  <a:pt x="337" y="306"/>
                </a:lnTo>
                <a:lnTo>
                  <a:pt x="337" y="307"/>
                </a:lnTo>
                <a:lnTo>
                  <a:pt x="337" y="307"/>
                </a:lnTo>
                <a:lnTo>
                  <a:pt x="337" y="308"/>
                </a:lnTo>
                <a:lnTo>
                  <a:pt x="337" y="308"/>
                </a:lnTo>
                <a:lnTo>
                  <a:pt x="336" y="309"/>
                </a:lnTo>
                <a:lnTo>
                  <a:pt x="336" y="309"/>
                </a:lnTo>
                <a:lnTo>
                  <a:pt x="336" y="310"/>
                </a:lnTo>
                <a:lnTo>
                  <a:pt x="336" y="310"/>
                </a:lnTo>
                <a:lnTo>
                  <a:pt x="334" y="311"/>
                </a:lnTo>
                <a:lnTo>
                  <a:pt x="332" y="312"/>
                </a:lnTo>
                <a:lnTo>
                  <a:pt x="330" y="313"/>
                </a:lnTo>
                <a:lnTo>
                  <a:pt x="327" y="314"/>
                </a:lnTo>
                <a:lnTo>
                  <a:pt x="326" y="316"/>
                </a:lnTo>
                <a:lnTo>
                  <a:pt x="324" y="317"/>
                </a:lnTo>
                <a:lnTo>
                  <a:pt x="322" y="319"/>
                </a:lnTo>
                <a:lnTo>
                  <a:pt x="320" y="320"/>
                </a:lnTo>
                <a:lnTo>
                  <a:pt x="319" y="322"/>
                </a:lnTo>
                <a:lnTo>
                  <a:pt x="317" y="324"/>
                </a:lnTo>
                <a:lnTo>
                  <a:pt x="316" y="326"/>
                </a:lnTo>
                <a:lnTo>
                  <a:pt x="315" y="328"/>
                </a:lnTo>
                <a:lnTo>
                  <a:pt x="314" y="330"/>
                </a:lnTo>
                <a:lnTo>
                  <a:pt x="313" y="332"/>
                </a:lnTo>
                <a:lnTo>
                  <a:pt x="313" y="335"/>
                </a:lnTo>
                <a:lnTo>
                  <a:pt x="312" y="337"/>
                </a:lnTo>
                <a:lnTo>
                  <a:pt x="308" y="364"/>
                </a:lnTo>
                <a:lnTo>
                  <a:pt x="335" y="360"/>
                </a:lnTo>
                <a:lnTo>
                  <a:pt x="337" y="359"/>
                </a:lnTo>
                <a:lnTo>
                  <a:pt x="340" y="359"/>
                </a:lnTo>
                <a:lnTo>
                  <a:pt x="342" y="358"/>
                </a:lnTo>
                <a:lnTo>
                  <a:pt x="344" y="357"/>
                </a:lnTo>
                <a:lnTo>
                  <a:pt x="346" y="356"/>
                </a:lnTo>
                <a:lnTo>
                  <a:pt x="348" y="355"/>
                </a:lnTo>
                <a:lnTo>
                  <a:pt x="350" y="353"/>
                </a:lnTo>
                <a:lnTo>
                  <a:pt x="352" y="352"/>
                </a:lnTo>
                <a:lnTo>
                  <a:pt x="353" y="350"/>
                </a:lnTo>
                <a:lnTo>
                  <a:pt x="355" y="348"/>
                </a:lnTo>
                <a:lnTo>
                  <a:pt x="356" y="346"/>
                </a:lnTo>
                <a:lnTo>
                  <a:pt x="358" y="345"/>
                </a:lnTo>
                <a:lnTo>
                  <a:pt x="359" y="343"/>
                </a:lnTo>
                <a:lnTo>
                  <a:pt x="360" y="340"/>
                </a:lnTo>
                <a:lnTo>
                  <a:pt x="361" y="338"/>
                </a:lnTo>
                <a:lnTo>
                  <a:pt x="362" y="336"/>
                </a:lnTo>
                <a:lnTo>
                  <a:pt x="362" y="336"/>
                </a:lnTo>
                <a:lnTo>
                  <a:pt x="363" y="336"/>
                </a:lnTo>
                <a:lnTo>
                  <a:pt x="363" y="336"/>
                </a:lnTo>
                <a:lnTo>
                  <a:pt x="364" y="335"/>
                </a:lnTo>
                <a:lnTo>
                  <a:pt x="364" y="335"/>
                </a:lnTo>
                <a:lnTo>
                  <a:pt x="365" y="335"/>
                </a:lnTo>
                <a:lnTo>
                  <a:pt x="365" y="335"/>
                </a:lnTo>
                <a:lnTo>
                  <a:pt x="366" y="335"/>
                </a:lnTo>
                <a:lnTo>
                  <a:pt x="366" y="334"/>
                </a:lnTo>
                <a:lnTo>
                  <a:pt x="367" y="334"/>
                </a:lnTo>
                <a:lnTo>
                  <a:pt x="367" y="334"/>
                </a:lnTo>
                <a:lnTo>
                  <a:pt x="368" y="334"/>
                </a:lnTo>
                <a:lnTo>
                  <a:pt x="368" y="333"/>
                </a:lnTo>
                <a:lnTo>
                  <a:pt x="369" y="333"/>
                </a:lnTo>
                <a:lnTo>
                  <a:pt x="369" y="332"/>
                </a:lnTo>
                <a:lnTo>
                  <a:pt x="370" y="332"/>
                </a:lnTo>
                <a:lnTo>
                  <a:pt x="391" y="311"/>
                </a:lnTo>
                <a:lnTo>
                  <a:pt x="392" y="313"/>
                </a:lnTo>
                <a:lnTo>
                  <a:pt x="394" y="315"/>
                </a:lnTo>
                <a:lnTo>
                  <a:pt x="395" y="317"/>
                </a:lnTo>
                <a:lnTo>
                  <a:pt x="396" y="319"/>
                </a:lnTo>
                <a:lnTo>
                  <a:pt x="397" y="321"/>
                </a:lnTo>
                <a:lnTo>
                  <a:pt x="398" y="323"/>
                </a:lnTo>
                <a:lnTo>
                  <a:pt x="399" y="325"/>
                </a:lnTo>
                <a:lnTo>
                  <a:pt x="400" y="328"/>
                </a:lnTo>
                <a:lnTo>
                  <a:pt x="401" y="330"/>
                </a:lnTo>
                <a:lnTo>
                  <a:pt x="401" y="332"/>
                </a:lnTo>
                <a:lnTo>
                  <a:pt x="402" y="334"/>
                </a:lnTo>
                <a:lnTo>
                  <a:pt x="402" y="337"/>
                </a:lnTo>
                <a:lnTo>
                  <a:pt x="403" y="339"/>
                </a:lnTo>
                <a:lnTo>
                  <a:pt x="403" y="342"/>
                </a:lnTo>
                <a:lnTo>
                  <a:pt x="403" y="344"/>
                </a:lnTo>
                <a:lnTo>
                  <a:pt x="403" y="346"/>
                </a:lnTo>
                <a:close/>
                <a:moveTo>
                  <a:pt x="339" y="324"/>
                </a:moveTo>
                <a:lnTo>
                  <a:pt x="339" y="324"/>
                </a:lnTo>
                <a:lnTo>
                  <a:pt x="340" y="325"/>
                </a:lnTo>
                <a:lnTo>
                  <a:pt x="340" y="326"/>
                </a:lnTo>
                <a:lnTo>
                  <a:pt x="341" y="326"/>
                </a:lnTo>
                <a:lnTo>
                  <a:pt x="341" y="327"/>
                </a:lnTo>
                <a:lnTo>
                  <a:pt x="342" y="328"/>
                </a:lnTo>
                <a:lnTo>
                  <a:pt x="343" y="328"/>
                </a:lnTo>
                <a:lnTo>
                  <a:pt x="343" y="329"/>
                </a:lnTo>
                <a:lnTo>
                  <a:pt x="344" y="330"/>
                </a:lnTo>
                <a:lnTo>
                  <a:pt x="344" y="330"/>
                </a:lnTo>
                <a:lnTo>
                  <a:pt x="345" y="331"/>
                </a:lnTo>
                <a:lnTo>
                  <a:pt x="346" y="331"/>
                </a:lnTo>
                <a:lnTo>
                  <a:pt x="346" y="332"/>
                </a:lnTo>
                <a:lnTo>
                  <a:pt x="347" y="332"/>
                </a:lnTo>
                <a:lnTo>
                  <a:pt x="348" y="333"/>
                </a:lnTo>
                <a:lnTo>
                  <a:pt x="348" y="333"/>
                </a:lnTo>
                <a:lnTo>
                  <a:pt x="348" y="334"/>
                </a:lnTo>
                <a:lnTo>
                  <a:pt x="347" y="336"/>
                </a:lnTo>
                <a:lnTo>
                  <a:pt x="347" y="337"/>
                </a:lnTo>
                <a:lnTo>
                  <a:pt x="346" y="338"/>
                </a:lnTo>
                <a:lnTo>
                  <a:pt x="345" y="339"/>
                </a:lnTo>
                <a:lnTo>
                  <a:pt x="344" y="340"/>
                </a:lnTo>
                <a:lnTo>
                  <a:pt x="343" y="341"/>
                </a:lnTo>
                <a:lnTo>
                  <a:pt x="342" y="342"/>
                </a:lnTo>
                <a:lnTo>
                  <a:pt x="341" y="343"/>
                </a:lnTo>
                <a:lnTo>
                  <a:pt x="340" y="344"/>
                </a:lnTo>
                <a:lnTo>
                  <a:pt x="339" y="344"/>
                </a:lnTo>
                <a:lnTo>
                  <a:pt x="338" y="345"/>
                </a:lnTo>
                <a:lnTo>
                  <a:pt x="337" y="345"/>
                </a:lnTo>
                <a:lnTo>
                  <a:pt x="335" y="346"/>
                </a:lnTo>
                <a:lnTo>
                  <a:pt x="334" y="346"/>
                </a:lnTo>
                <a:lnTo>
                  <a:pt x="333" y="347"/>
                </a:lnTo>
                <a:lnTo>
                  <a:pt x="324" y="348"/>
                </a:lnTo>
                <a:lnTo>
                  <a:pt x="325" y="339"/>
                </a:lnTo>
                <a:lnTo>
                  <a:pt x="326" y="338"/>
                </a:lnTo>
                <a:lnTo>
                  <a:pt x="326" y="337"/>
                </a:lnTo>
                <a:lnTo>
                  <a:pt x="327" y="335"/>
                </a:lnTo>
                <a:lnTo>
                  <a:pt x="327" y="334"/>
                </a:lnTo>
                <a:lnTo>
                  <a:pt x="328" y="333"/>
                </a:lnTo>
                <a:lnTo>
                  <a:pt x="328" y="332"/>
                </a:lnTo>
                <a:lnTo>
                  <a:pt x="329" y="331"/>
                </a:lnTo>
                <a:lnTo>
                  <a:pt x="330" y="330"/>
                </a:lnTo>
                <a:lnTo>
                  <a:pt x="331" y="329"/>
                </a:lnTo>
                <a:lnTo>
                  <a:pt x="332" y="328"/>
                </a:lnTo>
                <a:lnTo>
                  <a:pt x="333" y="327"/>
                </a:lnTo>
                <a:lnTo>
                  <a:pt x="334" y="326"/>
                </a:lnTo>
                <a:lnTo>
                  <a:pt x="335" y="325"/>
                </a:lnTo>
                <a:lnTo>
                  <a:pt x="337" y="325"/>
                </a:lnTo>
                <a:lnTo>
                  <a:pt x="338" y="324"/>
                </a:lnTo>
                <a:lnTo>
                  <a:pt x="339" y="324"/>
                </a:lnTo>
                <a:close/>
                <a:moveTo>
                  <a:pt x="360" y="323"/>
                </a:moveTo>
                <a:lnTo>
                  <a:pt x="359" y="323"/>
                </a:lnTo>
                <a:lnTo>
                  <a:pt x="358" y="322"/>
                </a:lnTo>
                <a:lnTo>
                  <a:pt x="357" y="322"/>
                </a:lnTo>
                <a:lnTo>
                  <a:pt x="356" y="322"/>
                </a:lnTo>
                <a:lnTo>
                  <a:pt x="355" y="321"/>
                </a:lnTo>
                <a:lnTo>
                  <a:pt x="354" y="321"/>
                </a:lnTo>
                <a:lnTo>
                  <a:pt x="353" y="320"/>
                </a:lnTo>
                <a:lnTo>
                  <a:pt x="353" y="319"/>
                </a:lnTo>
                <a:lnTo>
                  <a:pt x="352" y="319"/>
                </a:lnTo>
                <a:lnTo>
                  <a:pt x="351" y="318"/>
                </a:lnTo>
                <a:lnTo>
                  <a:pt x="351" y="317"/>
                </a:lnTo>
                <a:lnTo>
                  <a:pt x="350" y="316"/>
                </a:lnTo>
                <a:lnTo>
                  <a:pt x="350" y="315"/>
                </a:lnTo>
                <a:lnTo>
                  <a:pt x="350" y="314"/>
                </a:lnTo>
                <a:lnTo>
                  <a:pt x="350" y="313"/>
                </a:lnTo>
                <a:lnTo>
                  <a:pt x="349" y="312"/>
                </a:lnTo>
                <a:lnTo>
                  <a:pt x="393" y="269"/>
                </a:lnTo>
                <a:lnTo>
                  <a:pt x="394" y="269"/>
                </a:lnTo>
                <a:lnTo>
                  <a:pt x="395" y="269"/>
                </a:lnTo>
                <a:lnTo>
                  <a:pt x="396" y="269"/>
                </a:lnTo>
                <a:lnTo>
                  <a:pt x="397" y="270"/>
                </a:lnTo>
                <a:lnTo>
                  <a:pt x="398" y="270"/>
                </a:lnTo>
                <a:lnTo>
                  <a:pt x="399" y="271"/>
                </a:lnTo>
                <a:lnTo>
                  <a:pt x="399" y="271"/>
                </a:lnTo>
                <a:lnTo>
                  <a:pt x="400" y="272"/>
                </a:lnTo>
                <a:lnTo>
                  <a:pt x="401" y="273"/>
                </a:lnTo>
                <a:lnTo>
                  <a:pt x="401" y="274"/>
                </a:lnTo>
                <a:lnTo>
                  <a:pt x="402" y="274"/>
                </a:lnTo>
                <a:lnTo>
                  <a:pt x="402" y="275"/>
                </a:lnTo>
                <a:lnTo>
                  <a:pt x="403" y="276"/>
                </a:lnTo>
                <a:lnTo>
                  <a:pt x="403" y="277"/>
                </a:lnTo>
                <a:lnTo>
                  <a:pt x="403" y="278"/>
                </a:lnTo>
                <a:lnTo>
                  <a:pt x="403" y="2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2" name="Freeform 1032"/>
          <p:cNvSpPr/>
          <p:nvPr/>
        </p:nvSpPr>
        <p:spPr>
          <a:xfrm>
            <a:off x="13885450" y="3981450"/>
            <a:ext cx="306981" cy="400050"/>
          </a:xfrm>
          <a:custGeom>
            <a:avLst/>
            <a:gdLst/>
            <a:ahLst/>
            <a:cxnLst/>
            <a:rect l="l" t="t" r="r" b="b"/>
            <a:pathLst>
              <a:path w="322" h="420">
                <a:moveTo>
                  <a:pt x="299" y="376"/>
                </a:moveTo>
                <a:lnTo>
                  <a:pt x="169" y="376"/>
                </a:lnTo>
                <a:lnTo>
                  <a:pt x="173" y="371"/>
                </a:lnTo>
                <a:lnTo>
                  <a:pt x="177" y="367"/>
                </a:lnTo>
                <a:lnTo>
                  <a:pt x="180" y="363"/>
                </a:lnTo>
                <a:lnTo>
                  <a:pt x="184" y="359"/>
                </a:lnTo>
                <a:lnTo>
                  <a:pt x="188" y="355"/>
                </a:lnTo>
                <a:lnTo>
                  <a:pt x="192" y="351"/>
                </a:lnTo>
                <a:lnTo>
                  <a:pt x="196" y="347"/>
                </a:lnTo>
                <a:lnTo>
                  <a:pt x="200" y="343"/>
                </a:lnTo>
                <a:lnTo>
                  <a:pt x="204" y="339"/>
                </a:lnTo>
                <a:lnTo>
                  <a:pt x="208" y="335"/>
                </a:lnTo>
                <a:lnTo>
                  <a:pt x="212" y="332"/>
                </a:lnTo>
                <a:lnTo>
                  <a:pt x="216" y="328"/>
                </a:lnTo>
                <a:lnTo>
                  <a:pt x="219" y="324"/>
                </a:lnTo>
                <a:lnTo>
                  <a:pt x="223" y="320"/>
                </a:lnTo>
                <a:lnTo>
                  <a:pt x="227" y="317"/>
                </a:lnTo>
                <a:lnTo>
                  <a:pt x="231" y="313"/>
                </a:lnTo>
                <a:lnTo>
                  <a:pt x="240" y="305"/>
                </a:lnTo>
                <a:lnTo>
                  <a:pt x="249" y="296"/>
                </a:lnTo>
                <a:lnTo>
                  <a:pt x="258" y="288"/>
                </a:lnTo>
                <a:lnTo>
                  <a:pt x="266" y="280"/>
                </a:lnTo>
                <a:lnTo>
                  <a:pt x="274" y="271"/>
                </a:lnTo>
                <a:lnTo>
                  <a:pt x="282" y="263"/>
                </a:lnTo>
                <a:lnTo>
                  <a:pt x="289" y="254"/>
                </a:lnTo>
                <a:lnTo>
                  <a:pt x="295" y="246"/>
                </a:lnTo>
                <a:lnTo>
                  <a:pt x="301" y="236"/>
                </a:lnTo>
                <a:lnTo>
                  <a:pt x="306" y="227"/>
                </a:lnTo>
                <a:lnTo>
                  <a:pt x="311" y="217"/>
                </a:lnTo>
                <a:lnTo>
                  <a:pt x="315" y="207"/>
                </a:lnTo>
                <a:lnTo>
                  <a:pt x="318" y="196"/>
                </a:lnTo>
                <a:lnTo>
                  <a:pt x="320" y="185"/>
                </a:lnTo>
                <a:lnTo>
                  <a:pt x="322" y="173"/>
                </a:lnTo>
                <a:lnTo>
                  <a:pt x="322" y="161"/>
                </a:lnTo>
                <a:lnTo>
                  <a:pt x="321" y="144"/>
                </a:lnTo>
                <a:lnTo>
                  <a:pt x="319" y="128"/>
                </a:lnTo>
                <a:lnTo>
                  <a:pt x="315" y="113"/>
                </a:lnTo>
                <a:lnTo>
                  <a:pt x="310" y="98"/>
                </a:lnTo>
                <a:lnTo>
                  <a:pt x="303" y="84"/>
                </a:lnTo>
                <a:lnTo>
                  <a:pt x="295" y="71"/>
                </a:lnTo>
                <a:lnTo>
                  <a:pt x="286" y="59"/>
                </a:lnTo>
                <a:lnTo>
                  <a:pt x="275" y="47"/>
                </a:lnTo>
                <a:lnTo>
                  <a:pt x="264" y="37"/>
                </a:lnTo>
                <a:lnTo>
                  <a:pt x="251" y="27"/>
                </a:lnTo>
                <a:lnTo>
                  <a:pt x="238" y="19"/>
                </a:lnTo>
                <a:lnTo>
                  <a:pt x="224" y="13"/>
                </a:lnTo>
                <a:lnTo>
                  <a:pt x="209" y="7"/>
                </a:lnTo>
                <a:lnTo>
                  <a:pt x="194" y="3"/>
                </a:lnTo>
                <a:lnTo>
                  <a:pt x="178" y="1"/>
                </a:lnTo>
                <a:lnTo>
                  <a:pt x="161" y="0"/>
                </a:lnTo>
                <a:lnTo>
                  <a:pt x="145" y="1"/>
                </a:lnTo>
                <a:lnTo>
                  <a:pt x="129" y="3"/>
                </a:lnTo>
                <a:lnTo>
                  <a:pt x="114" y="7"/>
                </a:lnTo>
                <a:lnTo>
                  <a:pt x="99" y="13"/>
                </a:lnTo>
                <a:lnTo>
                  <a:pt x="85" y="19"/>
                </a:lnTo>
                <a:lnTo>
                  <a:pt x="72" y="27"/>
                </a:lnTo>
                <a:lnTo>
                  <a:pt x="59" y="37"/>
                </a:lnTo>
                <a:lnTo>
                  <a:pt x="48" y="47"/>
                </a:lnTo>
                <a:lnTo>
                  <a:pt x="37" y="59"/>
                </a:lnTo>
                <a:lnTo>
                  <a:pt x="28" y="71"/>
                </a:lnTo>
                <a:lnTo>
                  <a:pt x="20" y="84"/>
                </a:lnTo>
                <a:lnTo>
                  <a:pt x="13" y="98"/>
                </a:lnTo>
                <a:lnTo>
                  <a:pt x="8" y="113"/>
                </a:lnTo>
                <a:lnTo>
                  <a:pt x="4" y="128"/>
                </a:lnTo>
                <a:lnTo>
                  <a:pt x="1" y="144"/>
                </a:lnTo>
                <a:lnTo>
                  <a:pt x="1" y="161"/>
                </a:lnTo>
                <a:lnTo>
                  <a:pt x="1" y="173"/>
                </a:lnTo>
                <a:lnTo>
                  <a:pt x="3" y="185"/>
                </a:lnTo>
                <a:lnTo>
                  <a:pt x="5" y="196"/>
                </a:lnTo>
                <a:lnTo>
                  <a:pt x="8" y="207"/>
                </a:lnTo>
                <a:lnTo>
                  <a:pt x="12" y="217"/>
                </a:lnTo>
                <a:lnTo>
                  <a:pt x="17" y="227"/>
                </a:lnTo>
                <a:lnTo>
                  <a:pt x="22" y="236"/>
                </a:lnTo>
                <a:lnTo>
                  <a:pt x="28" y="246"/>
                </a:lnTo>
                <a:lnTo>
                  <a:pt x="34" y="254"/>
                </a:lnTo>
                <a:lnTo>
                  <a:pt x="41" y="263"/>
                </a:lnTo>
                <a:lnTo>
                  <a:pt x="49" y="272"/>
                </a:lnTo>
                <a:lnTo>
                  <a:pt x="57" y="280"/>
                </a:lnTo>
                <a:lnTo>
                  <a:pt x="65" y="288"/>
                </a:lnTo>
                <a:lnTo>
                  <a:pt x="74" y="296"/>
                </a:lnTo>
                <a:lnTo>
                  <a:pt x="83" y="305"/>
                </a:lnTo>
                <a:lnTo>
                  <a:pt x="92" y="313"/>
                </a:lnTo>
                <a:lnTo>
                  <a:pt x="96" y="317"/>
                </a:lnTo>
                <a:lnTo>
                  <a:pt x="99" y="320"/>
                </a:lnTo>
                <a:lnTo>
                  <a:pt x="103" y="324"/>
                </a:lnTo>
                <a:lnTo>
                  <a:pt x="107" y="328"/>
                </a:lnTo>
                <a:lnTo>
                  <a:pt x="111" y="332"/>
                </a:lnTo>
                <a:lnTo>
                  <a:pt x="115" y="335"/>
                </a:lnTo>
                <a:lnTo>
                  <a:pt x="119" y="339"/>
                </a:lnTo>
                <a:lnTo>
                  <a:pt x="123" y="343"/>
                </a:lnTo>
                <a:lnTo>
                  <a:pt x="127" y="347"/>
                </a:lnTo>
                <a:lnTo>
                  <a:pt x="131" y="351"/>
                </a:lnTo>
                <a:lnTo>
                  <a:pt x="135" y="355"/>
                </a:lnTo>
                <a:lnTo>
                  <a:pt x="139" y="359"/>
                </a:lnTo>
                <a:lnTo>
                  <a:pt x="142" y="363"/>
                </a:lnTo>
                <a:lnTo>
                  <a:pt x="146" y="367"/>
                </a:lnTo>
                <a:lnTo>
                  <a:pt x="150" y="371"/>
                </a:lnTo>
                <a:lnTo>
                  <a:pt x="154" y="376"/>
                </a:lnTo>
                <a:lnTo>
                  <a:pt x="22" y="376"/>
                </a:lnTo>
                <a:lnTo>
                  <a:pt x="20" y="376"/>
                </a:lnTo>
                <a:lnTo>
                  <a:pt x="18" y="376"/>
                </a:lnTo>
                <a:lnTo>
                  <a:pt x="16" y="377"/>
                </a:lnTo>
                <a:lnTo>
                  <a:pt x="14" y="378"/>
                </a:lnTo>
                <a:lnTo>
                  <a:pt x="12" y="378"/>
                </a:lnTo>
                <a:lnTo>
                  <a:pt x="10" y="380"/>
                </a:lnTo>
                <a:lnTo>
                  <a:pt x="8" y="381"/>
                </a:lnTo>
                <a:lnTo>
                  <a:pt x="6" y="382"/>
                </a:lnTo>
                <a:lnTo>
                  <a:pt x="5" y="384"/>
                </a:lnTo>
                <a:lnTo>
                  <a:pt x="4" y="386"/>
                </a:lnTo>
                <a:lnTo>
                  <a:pt x="3" y="387"/>
                </a:lnTo>
                <a:lnTo>
                  <a:pt x="2" y="389"/>
                </a:lnTo>
                <a:lnTo>
                  <a:pt x="1" y="391"/>
                </a:lnTo>
                <a:lnTo>
                  <a:pt x="0" y="393"/>
                </a:lnTo>
                <a:lnTo>
                  <a:pt x="0" y="396"/>
                </a:lnTo>
                <a:lnTo>
                  <a:pt x="0" y="398"/>
                </a:lnTo>
                <a:lnTo>
                  <a:pt x="0" y="400"/>
                </a:lnTo>
                <a:lnTo>
                  <a:pt x="0" y="402"/>
                </a:lnTo>
                <a:lnTo>
                  <a:pt x="1" y="404"/>
                </a:lnTo>
                <a:lnTo>
                  <a:pt x="2" y="406"/>
                </a:lnTo>
                <a:lnTo>
                  <a:pt x="3" y="408"/>
                </a:lnTo>
                <a:lnTo>
                  <a:pt x="4" y="410"/>
                </a:lnTo>
                <a:lnTo>
                  <a:pt x="5" y="412"/>
                </a:lnTo>
                <a:lnTo>
                  <a:pt x="6" y="414"/>
                </a:lnTo>
                <a:lnTo>
                  <a:pt x="8" y="415"/>
                </a:lnTo>
                <a:lnTo>
                  <a:pt x="10" y="416"/>
                </a:lnTo>
                <a:lnTo>
                  <a:pt x="12" y="417"/>
                </a:lnTo>
                <a:lnTo>
                  <a:pt x="14" y="418"/>
                </a:lnTo>
                <a:lnTo>
                  <a:pt x="16" y="419"/>
                </a:lnTo>
                <a:lnTo>
                  <a:pt x="18" y="420"/>
                </a:lnTo>
                <a:lnTo>
                  <a:pt x="20" y="420"/>
                </a:lnTo>
                <a:lnTo>
                  <a:pt x="22" y="420"/>
                </a:lnTo>
                <a:lnTo>
                  <a:pt x="299" y="420"/>
                </a:lnTo>
                <a:lnTo>
                  <a:pt x="301" y="420"/>
                </a:lnTo>
                <a:lnTo>
                  <a:pt x="303" y="420"/>
                </a:lnTo>
                <a:lnTo>
                  <a:pt x="305" y="419"/>
                </a:lnTo>
                <a:lnTo>
                  <a:pt x="307" y="418"/>
                </a:lnTo>
                <a:lnTo>
                  <a:pt x="309" y="417"/>
                </a:lnTo>
                <a:lnTo>
                  <a:pt x="311" y="416"/>
                </a:lnTo>
                <a:lnTo>
                  <a:pt x="313" y="415"/>
                </a:lnTo>
                <a:lnTo>
                  <a:pt x="314" y="414"/>
                </a:lnTo>
                <a:lnTo>
                  <a:pt x="316" y="412"/>
                </a:lnTo>
                <a:lnTo>
                  <a:pt x="317" y="410"/>
                </a:lnTo>
                <a:lnTo>
                  <a:pt x="318" y="408"/>
                </a:lnTo>
                <a:lnTo>
                  <a:pt x="319" y="406"/>
                </a:lnTo>
                <a:lnTo>
                  <a:pt x="320" y="404"/>
                </a:lnTo>
                <a:lnTo>
                  <a:pt x="320" y="402"/>
                </a:lnTo>
                <a:lnTo>
                  <a:pt x="321" y="400"/>
                </a:lnTo>
                <a:lnTo>
                  <a:pt x="321" y="398"/>
                </a:lnTo>
                <a:lnTo>
                  <a:pt x="321" y="396"/>
                </a:lnTo>
                <a:lnTo>
                  <a:pt x="320" y="393"/>
                </a:lnTo>
                <a:lnTo>
                  <a:pt x="320" y="391"/>
                </a:lnTo>
                <a:lnTo>
                  <a:pt x="319" y="389"/>
                </a:lnTo>
                <a:lnTo>
                  <a:pt x="318" y="387"/>
                </a:lnTo>
                <a:lnTo>
                  <a:pt x="317" y="386"/>
                </a:lnTo>
                <a:lnTo>
                  <a:pt x="316" y="384"/>
                </a:lnTo>
                <a:lnTo>
                  <a:pt x="314" y="382"/>
                </a:lnTo>
                <a:lnTo>
                  <a:pt x="313" y="381"/>
                </a:lnTo>
                <a:lnTo>
                  <a:pt x="311" y="380"/>
                </a:lnTo>
                <a:lnTo>
                  <a:pt x="309" y="378"/>
                </a:lnTo>
                <a:lnTo>
                  <a:pt x="307" y="378"/>
                </a:lnTo>
                <a:lnTo>
                  <a:pt x="305" y="377"/>
                </a:lnTo>
                <a:lnTo>
                  <a:pt x="303" y="376"/>
                </a:lnTo>
                <a:lnTo>
                  <a:pt x="301" y="376"/>
                </a:lnTo>
                <a:lnTo>
                  <a:pt x="299" y="376"/>
                </a:lnTo>
                <a:close/>
                <a:moveTo>
                  <a:pt x="27" y="161"/>
                </a:moveTo>
                <a:lnTo>
                  <a:pt x="27" y="147"/>
                </a:lnTo>
                <a:lnTo>
                  <a:pt x="29" y="134"/>
                </a:lnTo>
                <a:lnTo>
                  <a:pt x="33" y="121"/>
                </a:lnTo>
                <a:lnTo>
                  <a:pt x="37" y="109"/>
                </a:lnTo>
                <a:lnTo>
                  <a:pt x="43" y="97"/>
                </a:lnTo>
                <a:lnTo>
                  <a:pt x="50" y="86"/>
                </a:lnTo>
                <a:lnTo>
                  <a:pt x="57" y="76"/>
                </a:lnTo>
                <a:lnTo>
                  <a:pt x="66" y="66"/>
                </a:lnTo>
                <a:lnTo>
                  <a:pt x="76" y="57"/>
                </a:lnTo>
                <a:lnTo>
                  <a:pt x="86" y="49"/>
                </a:lnTo>
                <a:lnTo>
                  <a:pt x="97" y="43"/>
                </a:lnTo>
                <a:lnTo>
                  <a:pt x="109" y="37"/>
                </a:lnTo>
                <a:lnTo>
                  <a:pt x="121" y="32"/>
                </a:lnTo>
                <a:lnTo>
                  <a:pt x="134" y="29"/>
                </a:lnTo>
                <a:lnTo>
                  <a:pt x="148" y="27"/>
                </a:lnTo>
                <a:lnTo>
                  <a:pt x="161" y="26"/>
                </a:lnTo>
                <a:lnTo>
                  <a:pt x="175" y="27"/>
                </a:lnTo>
                <a:lnTo>
                  <a:pt x="189" y="29"/>
                </a:lnTo>
                <a:lnTo>
                  <a:pt x="202" y="32"/>
                </a:lnTo>
                <a:lnTo>
                  <a:pt x="214" y="37"/>
                </a:lnTo>
                <a:lnTo>
                  <a:pt x="226" y="43"/>
                </a:lnTo>
                <a:lnTo>
                  <a:pt x="237" y="49"/>
                </a:lnTo>
                <a:lnTo>
                  <a:pt x="247" y="57"/>
                </a:lnTo>
                <a:lnTo>
                  <a:pt x="257" y="66"/>
                </a:lnTo>
                <a:lnTo>
                  <a:pt x="266" y="76"/>
                </a:lnTo>
                <a:lnTo>
                  <a:pt x="273" y="86"/>
                </a:lnTo>
                <a:lnTo>
                  <a:pt x="280" y="97"/>
                </a:lnTo>
                <a:lnTo>
                  <a:pt x="286" y="109"/>
                </a:lnTo>
                <a:lnTo>
                  <a:pt x="290" y="121"/>
                </a:lnTo>
                <a:lnTo>
                  <a:pt x="294" y="134"/>
                </a:lnTo>
                <a:lnTo>
                  <a:pt x="296" y="147"/>
                </a:lnTo>
                <a:lnTo>
                  <a:pt x="296" y="161"/>
                </a:lnTo>
                <a:lnTo>
                  <a:pt x="296" y="175"/>
                </a:lnTo>
                <a:lnTo>
                  <a:pt x="294" y="188"/>
                </a:lnTo>
                <a:lnTo>
                  <a:pt x="290" y="201"/>
                </a:lnTo>
                <a:lnTo>
                  <a:pt x="286" y="214"/>
                </a:lnTo>
                <a:lnTo>
                  <a:pt x="280" y="226"/>
                </a:lnTo>
                <a:lnTo>
                  <a:pt x="273" y="237"/>
                </a:lnTo>
                <a:lnTo>
                  <a:pt x="266" y="247"/>
                </a:lnTo>
                <a:lnTo>
                  <a:pt x="257" y="257"/>
                </a:lnTo>
                <a:lnTo>
                  <a:pt x="247" y="265"/>
                </a:lnTo>
                <a:lnTo>
                  <a:pt x="237" y="273"/>
                </a:lnTo>
                <a:lnTo>
                  <a:pt x="226" y="280"/>
                </a:lnTo>
                <a:lnTo>
                  <a:pt x="214" y="286"/>
                </a:lnTo>
                <a:lnTo>
                  <a:pt x="202" y="290"/>
                </a:lnTo>
                <a:lnTo>
                  <a:pt x="189" y="294"/>
                </a:lnTo>
                <a:lnTo>
                  <a:pt x="175" y="296"/>
                </a:lnTo>
                <a:lnTo>
                  <a:pt x="161" y="296"/>
                </a:lnTo>
                <a:lnTo>
                  <a:pt x="148" y="296"/>
                </a:lnTo>
                <a:lnTo>
                  <a:pt x="134" y="294"/>
                </a:lnTo>
                <a:lnTo>
                  <a:pt x="121" y="290"/>
                </a:lnTo>
                <a:lnTo>
                  <a:pt x="109" y="286"/>
                </a:lnTo>
                <a:lnTo>
                  <a:pt x="97" y="280"/>
                </a:lnTo>
                <a:lnTo>
                  <a:pt x="86" y="273"/>
                </a:lnTo>
                <a:lnTo>
                  <a:pt x="76" y="265"/>
                </a:lnTo>
                <a:lnTo>
                  <a:pt x="66" y="257"/>
                </a:lnTo>
                <a:lnTo>
                  <a:pt x="57" y="247"/>
                </a:lnTo>
                <a:lnTo>
                  <a:pt x="50" y="237"/>
                </a:lnTo>
                <a:lnTo>
                  <a:pt x="43" y="226"/>
                </a:lnTo>
                <a:lnTo>
                  <a:pt x="37" y="214"/>
                </a:lnTo>
                <a:lnTo>
                  <a:pt x="33" y="201"/>
                </a:lnTo>
                <a:lnTo>
                  <a:pt x="29" y="188"/>
                </a:lnTo>
                <a:lnTo>
                  <a:pt x="27" y="175"/>
                </a:lnTo>
                <a:lnTo>
                  <a:pt x="27" y="16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3" name="Freeform 1033"/>
          <p:cNvSpPr/>
          <p:nvPr/>
        </p:nvSpPr>
        <p:spPr>
          <a:xfrm>
            <a:off x="14016314" y="410473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4" name="Freeform 1034"/>
          <p:cNvSpPr/>
          <p:nvPr/>
        </p:nvSpPr>
        <p:spPr>
          <a:xfrm>
            <a:off x="14077283" y="410473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5" name="Freeform 1035"/>
          <p:cNvSpPr/>
          <p:nvPr/>
        </p:nvSpPr>
        <p:spPr>
          <a:xfrm>
            <a:off x="13987739" y="4059003"/>
            <a:ext cx="99070" cy="11430"/>
          </a:xfrm>
          <a:custGeom>
            <a:avLst/>
            <a:gdLst/>
            <a:ahLst/>
            <a:cxnLst/>
            <a:rect l="l" t="t" r="r" b="b"/>
            <a:pathLst>
              <a:path w="104" h="12">
                <a:moveTo>
                  <a:pt x="95" y="0"/>
                </a:moveTo>
                <a:lnTo>
                  <a:pt x="9" y="0"/>
                </a:lnTo>
                <a:lnTo>
                  <a:pt x="0" y="12"/>
                </a:lnTo>
                <a:lnTo>
                  <a:pt x="104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6" name="Freeform 1036"/>
          <p:cNvSpPr/>
          <p:nvPr/>
        </p:nvSpPr>
        <p:spPr>
          <a:xfrm>
            <a:off x="14046803" y="410473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7" name="Freeform 1037"/>
          <p:cNvSpPr/>
          <p:nvPr/>
        </p:nvSpPr>
        <p:spPr>
          <a:xfrm>
            <a:off x="13959164" y="4074243"/>
            <a:ext cx="156229" cy="11430"/>
          </a:xfrm>
          <a:custGeom>
            <a:avLst/>
            <a:gdLst/>
            <a:ahLst/>
            <a:cxnLst/>
            <a:rect l="l" t="t" r="r" b="b"/>
            <a:pathLst>
              <a:path w="164" h="12">
                <a:moveTo>
                  <a:pt x="158" y="12"/>
                </a:moveTo>
                <a:lnTo>
                  <a:pt x="164" y="12"/>
                </a:lnTo>
                <a:lnTo>
                  <a:pt x="164" y="0"/>
                </a:lnTo>
                <a:lnTo>
                  <a:pt x="0" y="0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8" name="Freeform 1038"/>
          <p:cNvSpPr/>
          <p:nvPr/>
        </p:nvSpPr>
        <p:spPr>
          <a:xfrm>
            <a:off x="13985834" y="410473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9" name="Freeform 1039"/>
          <p:cNvSpPr/>
          <p:nvPr/>
        </p:nvSpPr>
        <p:spPr>
          <a:xfrm>
            <a:off x="14016314" y="4135212"/>
            <a:ext cx="41910" cy="49530"/>
          </a:xfrm>
          <a:custGeom>
            <a:avLst/>
            <a:gdLst/>
            <a:ahLst/>
            <a:cxnLst/>
            <a:rect l="l" t="t" r="r" b="b"/>
            <a:pathLst>
              <a:path w="44" h="52">
                <a:moveTo>
                  <a:pt x="22" y="0"/>
                </a:moveTo>
                <a:lnTo>
                  <a:pt x="20" y="0"/>
                </a:lnTo>
                <a:lnTo>
                  <a:pt x="18" y="0"/>
                </a:lnTo>
                <a:lnTo>
                  <a:pt x="15" y="1"/>
                </a:lnTo>
                <a:lnTo>
                  <a:pt x="13" y="2"/>
                </a:lnTo>
                <a:lnTo>
                  <a:pt x="12" y="3"/>
                </a:lnTo>
                <a:lnTo>
                  <a:pt x="10" y="4"/>
                </a:lnTo>
                <a:lnTo>
                  <a:pt x="8" y="5"/>
                </a:lnTo>
                <a:lnTo>
                  <a:pt x="6" y="6"/>
                </a:lnTo>
                <a:lnTo>
                  <a:pt x="5" y="8"/>
                </a:lnTo>
                <a:lnTo>
                  <a:pt x="4" y="10"/>
                </a:lnTo>
                <a:lnTo>
                  <a:pt x="3" y="12"/>
                </a:lnTo>
                <a:lnTo>
                  <a:pt x="2" y="13"/>
                </a:lnTo>
                <a:lnTo>
                  <a:pt x="1" y="15"/>
                </a:lnTo>
                <a:lnTo>
                  <a:pt x="0" y="18"/>
                </a:lnTo>
                <a:lnTo>
                  <a:pt x="0" y="20"/>
                </a:lnTo>
                <a:lnTo>
                  <a:pt x="0" y="22"/>
                </a:lnTo>
                <a:lnTo>
                  <a:pt x="0" y="52"/>
                </a:lnTo>
                <a:lnTo>
                  <a:pt x="44" y="52"/>
                </a:lnTo>
                <a:lnTo>
                  <a:pt x="44" y="22"/>
                </a:lnTo>
                <a:lnTo>
                  <a:pt x="44" y="20"/>
                </a:lnTo>
                <a:lnTo>
                  <a:pt x="44" y="18"/>
                </a:lnTo>
                <a:lnTo>
                  <a:pt x="43" y="15"/>
                </a:lnTo>
                <a:lnTo>
                  <a:pt x="42" y="13"/>
                </a:lnTo>
                <a:lnTo>
                  <a:pt x="41" y="12"/>
                </a:lnTo>
                <a:lnTo>
                  <a:pt x="40" y="10"/>
                </a:lnTo>
                <a:lnTo>
                  <a:pt x="39" y="8"/>
                </a:lnTo>
                <a:lnTo>
                  <a:pt x="38" y="6"/>
                </a:lnTo>
                <a:lnTo>
                  <a:pt x="36" y="5"/>
                </a:lnTo>
                <a:lnTo>
                  <a:pt x="34" y="4"/>
                </a:lnTo>
                <a:lnTo>
                  <a:pt x="32" y="3"/>
                </a:lnTo>
                <a:lnTo>
                  <a:pt x="31" y="2"/>
                </a:lnTo>
                <a:lnTo>
                  <a:pt x="29" y="1"/>
                </a:lnTo>
                <a:lnTo>
                  <a:pt x="26" y="0"/>
                </a:lnTo>
                <a:lnTo>
                  <a:pt x="24" y="0"/>
                </a:lnTo>
                <a:lnTo>
                  <a:pt x="2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40" name="Freeform 1040"/>
          <p:cNvSpPr/>
          <p:nvPr/>
        </p:nvSpPr>
        <p:spPr>
          <a:xfrm>
            <a:off x="13952277" y="4188562"/>
            <a:ext cx="169983" cy="19050"/>
          </a:xfrm>
          <a:custGeom>
            <a:avLst/>
            <a:gdLst/>
            <a:ahLst/>
            <a:cxnLst/>
            <a:rect l="l" t="t" r="r" b="b"/>
            <a:pathLst>
              <a:path w="178" h="20">
                <a:moveTo>
                  <a:pt x="172" y="0"/>
                </a:moveTo>
                <a:lnTo>
                  <a:pt x="7" y="0"/>
                </a:lnTo>
                <a:lnTo>
                  <a:pt x="0" y="20"/>
                </a:lnTo>
                <a:lnTo>
                  <a:pt x="178" y="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41" name="Freeform 1041"/>
          <p:cNvSpPr/>
          <p:nvPr/>
        </p:nvSpPr>
        <p:spPr>
          <a:xfrm>
            <a:off x="13966784" y="4089492"/>
            <a:ext cx="140980" cy="9526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148" y="100"/>
                </a:moveTo>
                <a:lnTo>
                  <a:pt x="148" y="0"/>
                </a:lnTo>
                <a:lnTo>
                  <a:pt x="0" y="0"/>
                </a:lnTo>
                <a:lnTo>
                  <a:pt x="0" y="100"/>
                </a:lnTo>
                <a:lnTo>
                  <a:pt x="48" y="100"/>
                </a:lnTo>
                <a:lnTo>
                  <a:pt x="48" y="70"/>
                </a:lnTo>
                <a:lnTo>
                  <a:pt x="48" y="67"/>
                </a:lnTo>
                <a:lnTo>
                  <a:pt x="49" y="65"/>
                </a:lnTo>
                <a:lnTo>
                  <a:pt x="49" y="62"/>
                </a:lnTo>
                <a:lnTo>
                  <a:pt x="50" y="60"/>
                </a:lnTo>
                <a:lnTo>
                  <a:pt x="51" y="58"/>
                </a:lnTo>
                <a:lnTo>
                  <a:pt x="52" y="55"/>
                </a:lnTo>
                <a:lnTo>
                  <a:pt x="54" y="53"/>
                </a:lnTo>
                <a:lnTo>
                  <a:pt x="56" y="52"/>
                </a:lnTo>
                <a:lnTo>
                  <a:pt x="57" y="50"/>
                </a:lnTo>
                <a:lnTo>
                  <a:pt x="59" y="48"/>
                </a:lnTo>
                <a:lnTo>
                  <a:pt x="62" y="47"/>
                </a:lnTo>
                <a:lnTo>
                  <a:pt x="64" y="46"/>
                </a:lnTo>
                <a:lnTo>
                  <a:pt x="66" y="45"/>
                </a:lnTo>
                <a:lnTo>
                  <a:pt x="69" y="45"/>
                </a:lnTo>
                <a:lnTo>
                  <a:pt x="71" y="44"/>
                </a:lnTo>
                <a:lnTo>
                  <a:pt x="74" y="44"/>
                </a:lnTo>
                <a:lnTo>
                  <a:pt x="77" y="44"/>
                </a:lnTo>
                <a:lnTo>
                  <a:pt x="79" y="45"/>
                </a:lnTo>
                <a:lnTo>
                  <a:pt x="82" y="45"/>
                </a:lnTo>
                <a:lnTo>
                  <a:pt x="84" y="46"/>
                </a:lnTo>
                <a:lnTo>
                  <a:pt x="86" y="47"/>
                </a:lnTo>
                <a:lnTo>
                  <a:pt x="89" y="48"/>
                </a:lnTo>
                <a:lnTo>
                  <a:pt x="91" y="50"/>
                </a:lnTo>
                <a:lnTo>
                  <a:pt x="92" y="52"/>
                </a:lnTo>
                <a:lnTo>
                  <a:pt x="94" y="53"/>
                </a:lnTo>
                <a:lnTo>
                  <a:pt x="96" y="55"/>
                </a:lnTo>
                <a:lnTo>
                  <a:pt x="97" y="58"/>
                </a:lnTo>
                <a:lnTo>
                  <a:pt x="98" y="60"/>
                </a:lnTo>
                <a:lnTo>
                  <a:pt x="99" y="62"/>
                </a:lnTo>
                <a:lnTo>
                  <a:pt x="99" y="65"/>
                </a:lnTo>
                <a:lnTo>
                  <a:pt x="100" y="67"/>
                </a:lnTo>
                <a:lnTo>
                  <a:pt x="100" y="70"/>
                </a:lnTo>
                <a:lnTo>
                  <a:pt x="100" y="100"/>
                </a:lnTo>
                <a:close/>
                <a:moveTo>
                  <a:pt x="36" y="30"/>
                </a:moveTo>
                <a:lnTo>
                  <a:pt x="36" y="30"/>
                </a:lnTo>
                <a:lnTo>
                  <a:pt x="36" y="30"/>
                </a:lnTo>
                <a:lnTo>
                  <a:pt x="36" y="31"/>
                </a:lnTo>
                <a:lnTo>
                  <a:pt x="36" y="31"/>
                </a:lnTo>
                <a:lnTo>
                  <a:pt x="36" y="31"/>
                </a:lnTo>
                <a:lnTo>
                  <a:pt x="36" y="31"/>
                </a:lnTo>
                <a:lnTo>
                  <a:pt x="36" y="31"/>
                </a:lnTo>
                <a:lnTo>
                  <a:pt x="35" y="31"/>
                </a:lnTo>
                <a:lnTo>
                  <a:pt x="35" y="32"/>
                </a:lnTo>
                <a:lnTo>
                  <a:pt x="35" y="32"/>
                </a:lnTo>
                <a:lnTo>
                  <a:pt x="35" y="32"/>
                </a:lnTo>
                <a:lnTo>
                  <a:pt x="35" y="32"/>
                </a:lnTo>
                <a:lnTo>
                  <a:pt x="35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18" y="32"/>
                </a:lnTo>
                <a:lnTo>
                  <a:pt x="18" y="32"/>
                </a:lnTo>
                <a:lnTo>
                  <a:pt x="18" y="32"/>
                </a:lnTo>
                <a:lnTo>
                  <a:pt x="17" y="32"/>
                </a:lnTo>
                <a:lnTo>
                  <a:pt x="17" y="32"/>
                </a:lnTo>
                <a:lnTo>
                  <a:pt x="17" y="32"/>
                </a:lnTo>
                <a:lnTo>
                  <a:pt x="17" y="32"/>
                </a:lnTo>
                <a:lnTo>
                  <a:pt x="17" y="32"/>
                </a:lnTo>
                <a:lnTo>
                  <a:pt x="17" y="31"/>
                </a:lnTo>
                <a:lnTo>
                  <a:pt x="16" y="31"/>
                </a:lnTo>
                <a:lnTo>
                  <a:pt x="16" y="31"/>
                </a:lnTo>
                <a:lnTo>
                  <a:pt x="16" y="31"/>
                </a:lnTo>
                <a:lnTo>
                  <a:pt x="16" y="31"/>
                </a:lnTo>
                <a:lnTo>
                  <a:pt x="16" y="31"/>
                </a:lnTo>
                <a:lnTo>
                  <a:pt x="16" y="30"/>
                </a:lnTo>
                <a:lnTo>
                  <a:pt x="16" y="30"/>
                </a:lnTo>
                <a:lnTo>
                  <a:pt x="16" y="30"/>
                </a:lnTo>
                <a:lnTo>
                  <a:pt x="16" y="14"/>
                </a:lnTo>
                <a:lnTo>
                  <a:pt x="16" y="14"/>
                </a:lnTo>
                <a:lnTo>
                  <a:pt x="16" y="14"/>
                </a:lnTo>
                <a:lnTo>
                  <a:pt x="16" y="13"/>
                </a:lnTo>
                <a:lnTo>
                  <a:pt x="16" y="13"/>
                </a:lnTo>
                <a:lnTo>
                  <a:pt x="16" y="13"/>
                </a:lnTo>
                <a:lnTo>
                  <a:pt x="16" y="13"/>
                </a:lnTo>
                <a:lnTo>
                  <a:pt x="16" y="13"/>
                </a:lnTo>
                <a:lnTo>
                  <a:pt x="17" y="13"/>
                </a:lnTo>
                <a:lnTo>
                  <a:pt x="17" y="12"/>
                </a:lnTo>
                <a:lnTo>
                  <a:pt x="17" y="12"/>
                </a:lnTo>
                <a:lnTo>
                  <a:pt x="17" y="12"/>
                </a:lnTo>
                <a:lnTo>
                  <a:pt x="17" y="12"/>
                </a:lnTo>
                <a:lnTo>
                  <a:pt x="17" y="12"/>
                </a:lnTo>
                <a:lnTo>
                  <a:pt x="18" y="12"/>
                </a:lnTo>
                <a:lnTo>
                  <a:pt x="18" y="12"/>
                </a:lnTo>
                <a:lnTo>
                  <a:pt x="18" y="12"/>
                </a:lnTo>
                <a:lnTo>
                  <a:pt x="34" y="12"/>
                </a:lnTo>
                <a:lnTo>
                  <a:pt x="34" y="12"/>
                </a:lnTo>
                <a:lnTo>
                  <a:pt x="34" y="12"/>
                </a:lnTo>
                <a:lnTo>
                  <a:pt x="35" y="12"/>
                </a:lnTo>
                <a:lnTo>
                  <a:pt x="35" y="12"/>
                </a:lnTo>
                <a:lnTo>
                  <a:pt x="35" y="12"/>
                </a:lnTo>
                <a:lnTo>
                  <a:pt x="35" y="12"/>
                </a:lnTo>
                <a:lnTo>
                  <a:pt x="35" y="12"/>
                </a:lnTo>
                <a:lnTo>
                  <a:pt x="35" y="13"/>
                </a:lnTo>
                <a:lnTo>
                  <a:pt x="36" y="13"/>
                </a:lnTo>
                <a:lnTo>
                  <a:pt x="36" y="13"/>
                </a:lnTo>
                <a:lnTo>
                  <a:pt x="36" y="13"/>
                </a:lnTo>
                <a:lnTo>
                  <a:pt x="36" y="13"/>
                </a:lnTo>
                <a:lnTo>
                  <a:pt x="36" y="13"/>
                </a:lnTo>
                <a:lnTo>
                  <a:pt x="36" y="14"/>
                </a:lnTo>
                <a:lnTo>
                  <a:pt x="36" y="14"/>
                </a:lnTo>
                <a:lnTo>
                  <a:pt x="36" y="14"/>
                </a:lnTo>
                <a:close/>
                <a:moveTo>
                  <a:pt x="68" y="30"/>
                </a:moveTo>
                <a:lnTo>
                  <a:pt x="68" y="30"/>
                </a:lnTo>
                <a:lnTo>
                  <a:pt x="68" y="30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7" y="31"/>
                </a:lnTo>
                <a:lnTo>
                  <a:pt x="67" y="32"/>
                </a:lnTo>
                <a:lnTo>
                  <a:pt x="67" y="32"/>
                </a:lnTo>
                <a:lnTo>
                  <a:pt x="67" y="32"/>
                </a:lnTo>
                <a:lnTo>
                  <a:pt x="67" y="32"/>
                </a:lnTo>
                <a:lnTo>
                  <a:pt x="67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50" y="32"/>
                </a:lnTo>
                <a:lnTo>
                  <a:pt x="50" y="32"/>
                </a:lnTo>
                <a:lnTo>
                  <a:pt x="50" y="32"/>
                </a:lnTo>
                <a:lnTo>
                  <a:pt x="49" y="32"/>
                </a:lnTo>
                <a:lnTo>
                  <a:pt x="49" y="32"/>
                </a:lnTo>
                <a:lnTo>
                  <a:pt x="49" y="32"/>
                </a:lnTo>
                <a:lnTo>
                  <a:pt x="49" y="32"/>
                </a:lnTo>
                <a:lnTo>
                  <a:pt x="49" y="32"/>
                </a:lnTo>
                <a:lnTo>
                  <a:pt x="49" y="31"/>
                </a:lnTo>
                <a:lnTo>
                  <a:pt x="48" y="31"/>
                </a:lnTo>
                <a:lnTo>
                  <a:pt x="48" y="31"/>
                </a:lnTo>
                <a:lnTo>
                  <a:pt x="48" y="31"/>
                </a:lnTo>
                <a:lnTo>
                  <a:pt x="48" y="31"/>
                </a:lnTo>
                <a:lnTo>
                  <a:pt x="48" y="31"/>
                </a:lnTo>
                <a:lnTo>
                  <a:pt x="48" y="30"/>
                </a:lnTo>
                <a:lnTo>
                  <a:pt x="48" y="30"/>
                </a:lnTo>
                <a:lnTo>
                  <a:pt x="48" y="30"/>
                </a:lnTo>
                <a:lnTo>
                  <a:pt x="48" y="14"/>
                </a:lnTo>
                <a:lnTo>
                  <a:pt x="48" y="14"/>
                </a:lnTo>
                <a:lnTo>
                  <a:pt x="48" y="14"/>
                </a:lnTo>
                <a:lnTo>
                  <a:pt x="48" y="13"/>
                </a:lnTo>
                <a:lnTo>
                  <a:pt x="48" y="13"/>
                </a:lnTo>
                <a:lnTo>
                  <a:pt x="48" y="13"/>
                </a:lnTo>
                <a:lnTo>
                  <a:pt x="48" y="13"/>
                </a:lnTo>
                <a:lnTo>
                  <a:pt x="48" y="13"/>
                </a:lnTo>
                <a:lnTo>
                  <a:pt x="49" y="13"/>
                </a:lnTo>
                <a:lnTo>
                  <a:pt x="49" y="12"/>
                </a:lnTo>
                <a:lnTo>
                  <a:pt x="49" y="12"/>
                </a:lnTo>
                <a:lnTo>
                  <a:pt x="49" y="12"/>
                </a:lnTo>
                <a:lnTo>
                  <a:pt x="49" y="12"/>
                </a:lnTo>
                <a:lnTo>
                  <a:pt x="49" y="12"/>
                </a:lnTo>
                <a:lnTo>
                  <a:pt x="50" y="12"/>
                </a:lnTo>
                <a:lnTo>
                  <a:pt x="50" y="12"/>
                </a:lnTo>
                <a:lnTo>
                  <a:pt x="50" y="12"/>
                </a:lnTo>
                <a:lnTo>
                  <a:pt x="66" y="12"/>
                </a:lnTo>
                <a:lnTo>
                  <a:pt x="66" y="12"/>
                </a:lnTo>
                <a:lnTo>
                  <a:pt x="66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4"/>
                </a:lnTo>
                <a:lnTo>
                  <a:pt x="68" y="14"/>
                </a:lnTo>
                <a:lnTo>
                  <a:pt x="68" y="14"/>
                </a:lnTo>
                <a:close/>
                <a:moveTo>
                  <a:pt x="112" y="14"/>
                </a:moveTo>
                <a:lnTo>
                  <a:pt x="112" y="14"/>
                </a:lnTo>
                <a:lnTo>
                  <a:pt x="112" y="14"/>
                </a:lnTo>
                <a:lnTo>
                  <a:pt x="112" y="13"/>
                </a:lnTo>
                <a:lnTo>
                  <a:pt x="112" y="13"/>
                </a:lnTo>
                <a:lnTo>
                  <a:pt x="112" y="13"/>
                </a:lnTo>
                <a:lnTo>
                  <a:pt x="112" y="13"/>
                </a:lnTo>
                <a:lnTo>
                  <a:pt x="112" y="13"/>
                </a:lnTo>
                <a:lnTo>
                  <a:pt x="113" y="13"/>
                </a:lnTo>
                <a:lnTo>
                  <a:pt x="113" y="12"/>
                </a:lnTo>
                <a:lnTo>
                  <a:pt x="113" y="12"/>
                </a:lnTo>
                <a:lnTo>
                  <a:pt x="113" y="12"/>
                </a:lnTo>
                <a:lnTo>
                  <a:pt x="113" y="12"/>
                </a:lnTo>
                <a:lnTo>
                  <a:pt x="113" y="12"/>
                </a:lnTo>
                <a:lnTo>
                  <a:pt x="114" y="12"/>
                </a:lnTo>
                <a:lnTo>
                  <a:pt x="114" y="12"/>
                </a:lnTo>
                <a:lnTo>
                  <a:pt x="114" y="12"/>
                </a:lnTo>
                <a:lnTo>
                  <a:pt x="130" y="12"/>
                </a:lnTo>
                <a:lnTo>
                  <a:pt x="130" y="12"/>
                </a:lnTo>
                <a:lnTo>
                  <a:pt x="130" y="12"/>
                </a:lnTo>
                <a:lnTo>
                  <a:pt x="131" y="12"/>
                </a:lnTo>
                <a:lnTo>
                  <a:pt x="131" y="12"/>
                </a:lnTo>
                <a:lnTo>
                  <a:pt x="131" y="12"/>
                </a:lnTo>
                <a:lnTo>
                  <a:pt x="131" y="12"/>
                </a:lnTo>
                <a:lnTo>
                  <a:pt x="131" y="12"/>
                </a:lnTo>
                <a:lnTo>
                  <a:pt x="131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4"/>
                </a:lnTo>
                <a:lnTo>
                  <a:pt x="132" y="14"/>
                </a:lnTo>
                <a:lnTo>
                  <a:pt x="132" y="14"/>
                </a:lnTo>
                <a:lnTo>
                  <a:pt x="132" y="30"/>
                </a:lnTo>
                <a:lnTo>
                  <a:pt x="132" y="30"/>
                </a:lnTo>
                <a:lnTo>
                  <a:pt x="132" y="30"/>
                </a:lnTo>
                <a:lnTo>
                  <a:pt x="132" y="31"/>
                </a:lnTo>
                <a:lnTo>
                  <a:pt x="132" y="31"/>
                </a:lnTo>
                <a:lnTo>
                  <a:pt x="132" y="31"/>
                </a:lnTo>
                <a:lnTo>
                  <a:pt x="132" y="31"/>
                </a:lnTo>
                <a:lnTo>
                  <a:pt x="132" y="31"/>
                </a:lnTo>
                <a:lnTo>
                  <a:pt x="131" y="31"/>
                </a:lnTo>
                <a:lnTo>
                  <a:pt x="131" y="32"/>
                </a:lnTo>
                <a:lnTo>
                  <a:pt x="131" y="32"/>
                </a:lnTo>
                <a:lnTo>
                  <a:pt x="131" y="32"/>
                </a:lnTo>
                <a:lnTo>
                  <a:pt x="131" y="32"/>
                </a:lnTo>
                <a:lnTo>
                  <a:pt x="131" y="32"/>
                </a:lnTo>
                <a:lnTo>
                  <a:pt x="130" y="32"/>
                </a:lnTo>
                <a:lnTo>
                  <a:pt x="130" y="32"/>
                </a:lnTo>
                <a:lnTo>
                  <a:pt x="130" y="32"/>
                </a:lnTo>
                <a:lnTo>
                  <a:pt x="114" y="32"/>
                </a:lnTo>
                <a:lnTo>
                  <a:pt x="114" y="32"/>
                </a:lnTo>
                <a:lnTo>
                  <a:pt x="114" y="32"/>
                </a:lnTo>
                <a:lnTo>
                  <a:pt x="113" y="32"/>
                </a:lnTo>
                <a:lnTo>
                  <a:pt x="113" y="32"/>
                </a:lnTo>
                <a:lnTo>
                  <a:pt x="113" y="32"/>
                </a:lnTo>
                <a:lnTo>
                  <a:pt x="113" y="32"/>
                </a:lnTo>
                <a:lnTo>
                  <a:pt x="113" y="32"/>
                </a:lnTo>
                <a:lnTo>
                  <a:pt x="113" y="31"/>
                </a:lnTo>
                <a:lnTo>
                  <a:pt x="112" y="31"/>
                </a:lnTo>
                <a:lnTo>
                  <a:pt x="112" y="31"/>
                </a:lnTo>
                <a:lnTo>
                  <a:pt x="112" y="31"/>
                </a:lnTo>
                <a:lnTo>
                  <a:pt x="112" y="31"/>
                </a:lnTo>
                <a:lnTo>
                  <a:pt x="112" y="31"/>
                </a:lnTo>
                <a:lnTo>
                  <a:pt x="112" y="30"/>
                </a:lnTo>
                <a:lnTo>
                  <a:pt x="112" y="30"/>
                </a:lnTo>
                <a:lnTo>
                  <a:pt x="112" y="30"/>
                </a:lnTo>
                <a:close/>
                <a:moveTo>
                  <a:pt x="98" y="32"/>
                </a:moveTo>
                <a:lnTo>
                  <a:pt x="82" y="32"/>
                </a:lnTo>
                <a:lnTo>
                  <a:pt x="82" y="32"/>
                </a:lnTo>
                <a:lnTo>
                  <a:pt x="82" y="32"/>
                </a:lnTo>
                <a:lnTo>
                  <a:pt x="81" y="32"/>
                </a:lnTo>
                <a:lnTo>
                  <a:pt x="81" y="32"/>
                </a:lnTo>
                <a:lnTo>
                  <a:pt x="81" y="32"/>
                </a:lnTo>
                <a:lnTo>
                  <a:pt x="81" y="32"/>
                </a:lnTo>
                <a:lnTo>
                  <a:pt x="81" y="32"/>
                </a:lnTo>
                <a:lnTo>
                  <a:pt x="81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0"/>
                </a:lnTo>
                <a:lnTo>
                  <a:pt x="80" y="30"/>
                </a:lnTo>
                <a:lnTo>
                  <a:pt x="80" y="30"/>
                </a:lnTo>
                <a:lnTo>
                  <a:pt x="80" y="14"/>
                </a:lnTo>
                <a:lnTo>
                  <a:pt x="80" y="14"/>
                </a:lnTo>
                <a:lnTo>
                  <a:pt x="80" y="14"/>
                </a:lnTo>
                <a:lnTo>
                  <a:pt x="80" y="13"/>
                </a:lnTo>
                <a:lnTo>
                  <a:pt x="80" y="13"/>
                </a:lnTo>
                <a:lnTo>
                  <a:pt x="80" y="13"/>
                </a:lnTo>
                <a:lnTo>
                  <a:pt x="80" y="13"/>
                </a:lnTo>
                <a:lnTo>
                  <a:pt x="80" y="13"/>
                </a:lnTo>
                <a:lnTo>
                  <a:pt x="81" y="13"/>
                </a:lnTo>
                <a:lnTo>
                  <a:pt x="81" y="12"/>
                </a:lnTo>
                <a:lnTo>
                  <a:pt x="81" y="12"/>
                </a:lnTo>
                <a:lnTo>
                  <a:pt x="81" y="12"/>
                </a:lnTo>
                <a:lnTo>
                  <a:pt x="81" y="12"/>
                </a:lnTo>
                <a:lnTo>
                  <a:pt x="81" y="12"/>
                </a:lnTo>
                <a:lnTo>
                  <a:pt x="82" y="12"/>
                </a:lnTo>
                <a:lnTo>
                  <a:pt x="82" y="12"/>
                </a:lnTo>
                <a:lnTo>
                  <a:pt x="82" y="12"/>
                </a:lnTo>
                <a:lnTo>
                  <a:pt x="98" y="12"/>
                </a:lnTo>
                <a:lnTo>
                  <a:pt x="98" y="12"/>
                </a:lnTo>
                <a:lnTo>
                  <a:pt x="98" y="12"/>
                </a:lnTo>
                <a:lnTo>
                  <a:pt x="99" y="12"/>
                </a:lnTo>
                <a:lnTo>
                  <a:pt x="99" y="12"/>
                </a:lnTo>
                <a:lnTo>
                  <a:pt x="99" y="12"/>
                </a:lnTo>
                <a:lnTo>
                  <a:pt x="99" y="12"/>
                </a:lnTo>
                <a:lnTo>
                  <a:pt x="99" y="12"/>
                </a:lnTo>
                <a:lnTo>
                  <a:pt x="99" y="13"/>
                </a:lnTo>
                <a:lnTo>
                  <a:pt x="100" y="13"/>
                </a:lnTo>
                <a:lnTo>
                  <a:pt x="100" y="13"/>
                </a:lnTo>
                <a:lnTo>
                  <a:pt x="100" y="13"/>
                </a:lnTo>
                <a:lnTo>
                  <a:pt x="100" y="13"/>
                </a:lnTo>
                <a:lnTo>
                  <a:pt x="100" y="13"/>
                </a:lnTo>
                <a:lnTo>
                  <a:pt x="100" y="14"/>
                </a:lnTo>
                <a:lnTo>
                  <a:pt x="100" y="14"/>
                </a:lnTo>
                <a:lnTo>
                  <a:pt x="100" y="14"/>
                </a:lnTo>
                <a:lnTo>
                  <a:pt x="100" y="30"/>
                </a:lnTo>
                <a:lnTo>
                  <a:pt x="100" y="30"/>
                </a:lnTo>
                <a:lnTo>
                  <a:pt x="100" y="30"/>
                </a:lnTo>
                <a:lnTo>
                  <a:pt x="100" y="31"/>
                </a:lnTo>
                <a:lnTo>
                  <a:pt x="100" y="31"/>
                </a:lnTo>
                <a:lnTo>
                  <a:pt x="100" y="31"/>
                </a:lnTo>
                <a:lnTo>
                  <a:pt x="100" y="31"/>
                </a:lnTo>
                <a:lnTo>
                  <a:pt x="100" y="31"/>
                </a:lnTo>
                <a:lnTo>
                  <a:pt x="99" y="31"/>
                </a:lnTo>
                <a:lnTo>
                  <a:pt x="99" y="32"/>
                </a:lnTo>
                <a:lnTo>
                  <a:pt x="99" y="32"/>
                </a:lnTo>
                <a:lnTo>
                  <a:pt x="99" y="32"/>
                </a:lnTo>
                <a:lnTo>
                  <a:pt x="99" y="32"/>
                </a:lnTo>
                <a:lnTo>
                  <a:pt x="99" y="32"/>
                </a:lnTo>
                <a:lnTo>
                  <a:pt x="98" y="32"/>
                </a:lnTo>
                <a:lnTo>
                  <a:pt x="98" y="32"/>
                </a:lnTo>
                <a:lnTo>
                  <a:pt x="98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81" name="TextBox 1080"/>
          <p:cNvSpPr txBox="1"/>
          <p:nvPr/>
        </p:nvSpPr>
        <p:spPr>
          <a:xfrm>
            <a:off x="6353175" y="6566430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Alliesthesia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9744075" y="7334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Expectation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9744075" y="13049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Perceived Control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9744075" y="18764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Attention &amp; Task Engagement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[XX,XX,XX]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9744075" y="24479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Behavioural Adjustment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[XX,XX,XX]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9744075" y="30194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Air-Conditioning Addiction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[XX,XX,XX]</a:t>
            </a:r>
          </a:p>
        </p:txBody>
      </p:sp>
      <p:sp>
        <p:nvSpPr>
          <p:cNvPr id="1087" name="TextBox 1086"/>
          <p:cNvSpPr txBox="1"/>
          <p:nvPr/>
        </p:nvSpPr>
        <p:spPr>
          <a:xfrm>
            <a:off x="9744075" y="44672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Energy Price &amp; Tariffs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88" name="TextBox 1087"/>
          <p:cNvSpPr txBox="1"/>
          <p:nvPr/>
        </p:nvSpPr>
        <p:spPr>
          <a:xfrm>
            <a:off x="9744075" y="50387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Who Pays the Energy Bill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[XX]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9744075" y="56102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Neighbour &amp; Peer Adoption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[XX]</a:t>
            </a:r>
          </a:p>
        </p:txBody>
      </p:sp>
      <p:sp>
        <p:nvSpPr>
          <p:cNvPr id="1090" name="TextBox 1089"/>
          <p:cNvSpPr txBox="1"/>
          <p:nvPr/>
        </p:nvSpPr>
        <p:spPr>
          <a:xfrm>
            <a:off x="9744075" y="61817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Income &amp; Ability to Pay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[XX,XX,XX]</a:t>
            </a:r>
          </a:p>
        </p:txBody>
      </p:sp>
      <p:sp>
        <p:nvSpPr>
          <p:cNvPr id="1091" name="TextBox 1090"/>
          <p:cNvSpPr txBox="1"/>
          <p:nvPr/>
        </p:nvSpPr>
        <p:spPr>
          <a:xfrm>
            <a:off x="9744075" y="67532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Wellness &amp; Productivity Cost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[XX]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13839825" y="44672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Colonial Design Legacy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[XX,XX,XX]</a:t>
            </a:r>
          </a:p>
        </p:txBody>
      </p:sp>
      <p:sp>
        <p:nvSpPr>
          <p:cNvPr id="1093" name="TextBox 1092"/>
          <p:cNvSpPr txBox="1"/>
          <p:nvPr/>
        </p:nvSpPr>
        <p:spPr>
          <a:xfrm>
            <a:off x="13839825" y="50387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Standards &amp; Regulatory Legacy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94" name="TextBox 1093"/>
          <p:cNvSpPr txBox="1"/>
          <p:nvPr/>
        </p:nvSpPr>
        <p:spPr>
          <a:xfrm>
            <a:off x="13839825" y="56102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Infrastructural Lock-In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13839825" y="61817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Technology Diffusion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[XX,XX,XX]</a:t>
            </a:r>
          </a:p>
        </p:txBody>
      </p:sp>
      <p:sp>
        <p:nvSpPr>
          <p:cNvPr id="1096" name="TextBox 1095"/>
          <p:cNvSpPr txBox="1"/>
          <p:nvPr/>
        </p:nvSpPr>
        <p:spPr>
          <a:xfrm>
            <a:off x="13839825" y="67532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Collective vs Individual Control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[XX,XX,XX]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13839825" y="7334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Religious &amp; Social Dress Codes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sp>
        <p:nvSpPr>
          <p:cNvPr id="1098" name="TextBox 1097"/>
          <p:cNvSpPr txBox="1"/>
          <p:nvPr/>
        </p:nvSpPr>
        <p:spPr>
          <a:xfrm>
            <a:off x="13839825" y="13049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Gendered Comfort Expectations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[XX]</a:t>
            </a:r>
          </a:p>
        </p:txBody>
      </p:sp>
      <p:sp>
        <p:nvSpPr>
          <p:cNvPr id="1099" name="TextBox 1098"/>
          <p:cNvSpPr txBox="1"/>
          <p:nvPr/>
        </p:nvSpPr>
        <p:spPr>
          <a:xfrm>
            <a:off x="13839825" y="18764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Regional Comfort Conventions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[XX,XX,XX]</a:t>
            </a:r>
          </a:p>
        </p:txBody>
      </p:sp>
      <p:sp>
        <p:nvSpPr>
          <p:cNvPr id="1100" name="TextBox 1099"/>
          <p:cNvSpPr txBox="1"/>
          <p:nvPr/>
        </p:nvSpPr>
        <p:spPr>
          <a:xfrm>
            <a:off x="13839825" y="24479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Ritual &amp; Worship Practice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[XX]</a:t>
            </a:r>
          </a:p>
        </p:txBody>
      </p:sp>
      <p:sp>
        <p:nvSpPr>
          <p:cNvPr id="1101" name="TextBox 1100"/>
          <p:cNvSpPr txBox="1"/>
          <p:nvPr/>
        </p:nvSpPr>
        <p:spPr>
          <a:xfrm>
            <a:off x="13839825" y="30194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Generational Cohort Norms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[XX,XX]</a:t>
            </a:r>
          </a:p>
        </p:txBody>
      </p:sp>
      <p:cxnSp>
        <p:nvCxnSpPr>
          <p:cNvPr id="1102" name="Connector 1101"/>
          <p:cNvCxnSpPr/>
          <p:nvPr/>
        </p:nvCxnSpPr>
        <p:spPr>
          <a:xfrm>
            <a:off x="1976514" y="486889"/>
            <a:ext cx="1084516" cy="299809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